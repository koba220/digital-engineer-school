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docProps/report_app.xml" ContentType="application/vnd.openxmlformats-officedocument.extended-properties+xml"/>
  <Override PartName="/ppt/report_presentation.xml" ContentType="application/vnd.openxmlformats-officedocument.presentationml.presentation.main+xml"/>
  <Override PartName="/ppt/theme/report_theme1.xml" ContentType="application/vnd.openxmlformats-officedocument.theme+xml"/>
  <Override PartName="/ppt/slideMasters/report_slideMaster1.xml" ContentType="application/vnd.openxmlformats-officedocument.presentationml.slideMaster+xml"/>
  <Override PartName="/ppt/slideMasters/theme/report_theme2.xml" ContentType="application/vnd.openxmlformats-officedocument.theme+xml"/>
  <Override PartName="/ppt/slideLayouts/report_slideLayout1.xml" ContentType="application/vnd.openxmlformats-officedocument.presentationml.slideLayout+xml"/>
  <Override PartName="/ppt/slideLayouts/report_slideLayout2.xml" ContentType="application/vnd.openxmlformats-officedocument.presentationml.slideLayout+xml"/>
  <Override PartName="/ppt/slideLayouts/report_slideLayout3.xml" ContentType="application/vnd.openxmlformats-officedocument.presentationml.slideLayout+xml"/>
  <Override PartName="/ppt/slideLayouts/report_slideLayout4.xml" ContentType="application/vnd.openxmlformats-officedocument.presentationml.slideLayout+xml"/>
  <Override PartName="/ppt/slideLayouts/report_slideLayout5.xml" ContentType="application/vnd.openxmlformats-officedocument.presentationml.slideLayout+xml"/>
  <Override PartName="/ppt/slideLayouts/report_slideLayout6.xml" ContentType="application/vnd.openxmlformats-officedocument.presentationml.slideLayout+xml"/>
  <Override PartName="/ppt/notesMasters/report_notesMaster1.xml" ContentType="application/vnd.openxmlformats-officedocument.presentationml.notesMaster+xml"/>
  <Override PartName="/ppt/notesMasters/theme/report_theme3.xml" ContentType="application/vnd.openxmlformats-officedocument.theme+xml"/>
  <Override PartName="/ppt/report_presProps.xml" ContentType="application/vnd.openxmlformats-officedocument.presentationml.presProps+xml"/>
  <Override PartName="/ppt/report_tableStyles.xml" ContentType="application/vnd.openxmlformats-officedocument.presentationml.tableStyles+xml"/>
  <Override PartName="/ppt/slides/slide16.xml" ContentType="application/vnd.openxmlformats-officedocument.presentationml.slide+xml"/>
  <Override PartName="/ppt/notesSlides/report_notesSlide1.xml" ContentType="application/vnd.openxmlformats-officedocument.presentationml.notesSlide+xml"/>
  <Override PartName="/ppt/slides/slide17.xml" ContentType="application/vnd.openxmlformats-officedocument.presentationml.slide+xml"/>
  <Override PartName="/ppt/notesSlides/report_notesSlide2.xml" ContentType="application/vnd.openxmlformats-officedocument.presentationml.notesSlide+xml"/>
  <Override PartName="/ppt/slides/slide18.xml" ContentType="application/vnd.openxmlformats-officedocument.presentationml.slide+xml"/>
  <Override PartName="/ppt/notesSlides/report_notesSlide3.xml" ContentType="application/vnd.openxmlformats-officedocument.presentationml.notesSlide+xml"/>
  <Override PartName="/ppt/slides/slide19.xml" ContentType="application/vnd.openxmlformats-officedocument.presentationml.slide+xml"/>
  <Override PartName="/ppt/notesSlides/report_notesSlide4.xml" ContentType="application/vnd.openxmlformats-officedocument.presentationml.notesSlide+xml"/>
  <Override PartName="/ppt/slides/slide20.xml" ContentType="application/vnd.openxmlformats-officedocument.presentationml.slide+xml"/>
  <Override PartName="/ppt/notesSlides/report_notesSlide5.xml" ContentType="application/vnd.openxmlformats-officedocument.presentationml.notesSlide+xml"/>
  <Override PartName="/ppt/slides/slide21.xml" ContentType="application/vnd.openxmlformats-officedocument.presentationml.slide+xml"/>
  <Override PartName="/ppt/notesSlides/report_notesSlide6.xml" ContentType="application/vnd.openxmlformats-officedocument.presentationml.notesSlide+xml"/>
  <Override PartName="/ppt/slides/slide22.xml" ContentType="application/vnd.openxmlformats-officedocument.presentationml.slide+xml"/>
  <Override PartName="/ppt/notesSlides/report_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92fa2d841b548b4" /><Relationship Type="http://schemas.openxmlformats.org/officeDocument/2006/relationships/extended-properties" Target="/docProps/app.xml" Id="R887d0d0731624fbb" /><Relationship Type="http://schemas.openxmlformats.org/officeDocument/2006/relationships/officeDocument" Target="/ppt/presentation.xml" Id="R48c6142fdc9f44f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f63b1c7449d4ae0"/>
  </p:sldMasterIdLst>
  <p:notesMasterIdLst>
    <p:notesMasterId xmlns:r="http://schemas.openxmlformats.org/officeDocument/2006/relationships" r:id="R8844f978c3194e9e"/>
  </p:notesMasterIdLst>
  <p:sldIdLst>
    <p:sldId xmlns:r="http://schemas.openxmlformats.org/officeDocument/2006/relationships" id="256" r:id="R4c43d124c00049c9"/>
    <p:sldId xmlns:r="http://schemas.openxmlformats.org/officeDocument/2006/relationships" id="257" r:id="R42a711d90b084067"/>
    <p:sldId xmlns:r="http://schemas.openxmlformats.org/officeDocument/2006/relationships" id="258" r:id="Rab16ef9f1a7f4794"/>
    <p:sldId xmlns:r="http://schemas.openxmlformats.org/officeDocument/2006/relationships" id="259" r:id="Red10b8f7fefd42ee"/>
    <p:sldId xmlns:r="http://schemas.openxmlformats.org/officeDocument/2006/relationships" id="260" r:id="R1432d9b208994b7f"/>
    <p:sldId xmlns:r="http://schemas.openxmlformats.org/officeDocument/2006/relationships" id="261" r:id="R86f16ba1ef2f48d0"/>
    <p:sldId xmlns:r="http://schemas.openxmlformats.org/officeDocument/2006/relationships" id="262" r:id="Rd81fc2e378ad4894"/>
    <p:sldId xmlns:r="http://schemas.openxmlformats.org/officeDocument/2006/relationships" id="263" r:id="Raa4a387af62a4525"/>
    <p:sldId xmlns:r="http://schemas.openxmlformats.org/officeDocument/2006/relationships" id="264" r:id="R7b0d34b217b94a19"/>
    <p:sldId xmlns:r="http://schemas.openxmlformats.org/officeDocument/2006/relationships" id="265" r:id="Rfb83c1713ada49cd"/>
    <p:sldId xmlns:r="http://schemas.openxmlformats.org/officeDocument/2006/relationships" id="266" r:id="Rd091fefa77e5485a"/>
    <p:sldId xmlns:r="http://schemas.openxmlformats.org/officeDocument/2006/relationships" id="267" r:id="Re85cb629fd6f42fe"/>
    <p:sldId xmlns:r="http://schemas.openxmlformats.org/officeDocument/2006/relationships" id="268" r:id="R6d9fc1db09c647ec"/>
    <p:sldId xmlns:r="http://schemas.openxmlformats.org/officeDocument/2006/relationships" id="269" r:id="R610f971970a24ce0"/>
    <p:sldId xmlns:r="http://schemas.openxmlformats.org/officeDocument/2006/relationships" id="270" r:id="R8f3b7adac02740b9"/>
    <p:sldId xmlns:ns0="http://schemas.openxmlformats.org/officeDocument/2006/relationships" id="1501" ns0:id="rIdAddedReport1"/>
    <p:sldId xmlns:ns1="http://schemas.openxmlformats.org/officeDocument/2006/relationships" id="1502" ns1:id="rIdAddedReport2"/>
    <p:sldId xmlns:ns2="http://schemas.openxmlformats.org/officeDocument/2006/relationships" id="1503" ns2:id="rIdAddedReport3"/>
    <p:sldId xmlns:ns3="http://schemas.openxmlformats.org/officeDocument/2006/relationships" id="1504" ns3:id="rIdAddedReport4"/>
    <p:sldId xmlns:ns4="http://schemas.openxmlformats.org/officeDocument/2006/relationships" id="1505" ns4:id="rIdAddedReport5"/>
    <p:sldId xmlns:ns5="http://schemas.openxmlformats.org/officeDocument/2006/relationships" id="1506" ns5:id="rIdAddedReport6"/>
    <p:sldId xmlns:ns6="http://schemas.openxmlformats.org/officeDocument/2006/relationships" id="1507" ns6:id="rIdAddedReport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report_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report_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be41a4db5604b7e"/>
  </p:sldMasterIdLst>
  <p:notesMasterIdLst>
    <p:notesMasterId xmlns:r="http://schemas.openxmlformats.org/officeDocument/2006/relationships" r:id="Rc7cb36c3feca4193"/>
  </p:notesMasterIdLst>
  <p:sldIdLst>
    <p:sldId xmlns:r="http://schemas.openxmlformats.org/officeDocument/2006/relationships" id="256" r:id="Rc18e58fddcb84e36"/>
    <p:sldId xmlns:r="http://schemas.openxmlformats.org/officeDocument/2006/relationships" id="257" r:id="Rbfb72ceeba2347c1"/>
    <p:sldId xmlns:r="http://schemas.openxmlformats.org/officeDocument/2006/relationships" id="258" r:id="R0756ff63e8a14ce2"/>
    <p:sldId xmlns:r="http://schemas.openxmlformats.org/officeDocument/2006/relationships" id="259" r:id="Rd7e50486de9d490d"/>
    <p:sldId xmlns:r="http://schemas.openxmlformats.org/officeDocument/2006/relationships" id="260" r:id="Rac4020b1fa254fd4"/>
    <p:sldId xmlns:r="http://schemas.openxmlformats.org/officeDocument/2006/relationships" id="261" r:id="R1e22943c59964d2d"/>
    <p:sldId xmlns:r="http://schemas.openxmlformats.org/officeDocument/2006/relationships" id="262" r:id="Rc8254e77c50d4292"/>
  </p:sldIdLst>
  <p:sldSz cx="12192000" cy="6858000"/>
  <p:notesSz cx="6858000" cy="9144000"/>
</p:presentation>
</file>

<file path=ppt/report_tableStyles.xml><?xml version="1.0" encoding="utf-8"?>
<a:tblStyleLst xmlns:a="http://schemas.openxmlformats.org/drawingml/2006/main" def="{5C22544A-7EE6-4342-B048-85BDC9FD1C3A}"/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Type="http://schemas.openxmlformats.org/officeDocument/2006/relationships/theme" Target="/ppt/theme/theme1.xml" Id="R8f84ac5b29364de8"/><Relationship Type="http://schemas.openxmlformats.org/officeDocument/2006/relationships/slideMaster" Target="/ppt/slideMasters/slideMaster1.xml" Id="R6f63b1c7449d4ae0"/><Relationship Type="http://schemas.openxmlformats.org/officeDocument/2006/relationships/notesMaster" Target="/ppt/notesMasters/notesMaster1.xml" Id="R8844f978c3194e9e"/><Relationship Type="http://schemas.openxmlformats.org/officeDocument/2006/relationships/presProps" Target="/ppt/presProps.xml" Id="Rc5dd4a92a20f43c9"/><Relationship Type="http://schemas.openxmlformats.org/officeDocument/2006/relationships/tableStyles" Target="/ppt/tableStyles.xml" Id="Rd84a6bf87edd4757"/><Relationship Type="http://schemas.openxmlformats.org/officeDocument/2006/relationships/slide" Target="/ppt/slides/slide1.xml" Id="R4c43d124c00049c9"/><Relationship Type="http://schemas.openxmlformats.org/officeDocument/2006/relationships/slide" Target="/ppt/slides/slide2.xml" Id="R42a711d90b084067"/><Relationship Type="http://schemas.openxmlformats.org/officeDocument/2006/relationships/slide" Target="/ppt/slides/slide3.xml" Id="Rab16ef9f1a7f4794"/><Relationship Type="http://schemas.openxmlformats.org/officeDocument/2006/relationships/slide" Target="/ppt/slides/slide4.xml" Id="Red10b8f7fefd42ee"/><Relationship Type="http://schemas.openxmlformats.org/officeDocument/2006/relationships/slide" Target="/ppt/slides/slide5.xml" Id="R1432d9b208994b7f"/><Relationship Type="http://schemas.openxmlformats.org/officeDocument/2006/relationships/slide" Target="/ppt/slides/slide6.xml" Id="R86f16ba1ef2f48d0"/><Relationship Type="http://schemas.openxmlformats.org/officeDocument/2006/relationships/slide" Target="/ppt/slides/slide7.xml" Id="Rd81fc2e378ad4894"/><Relationship Type="http://schemas.openxmlformats.org/officeDocument/2006/relationships/slide" Target="/ppt/slides/slide8.xml" Id="Raa4a387af62a4525"/><Relationship Type="http://schemas.openxmlformats.org/officeDocument/2006/relationships/slide" Target="/ppt/slides/slide9.xml" Id="R7b0d34b217b94a19"/><Relationship Type="http://schemas.openxmlformats.org/officeDocument/2006/relationships/slide" Target="/ppt/slides/slide10.xml" Id="Rfb83c1713ada49cd"/><Relationship Type="http://schemas.openxmlformats.org/officeDocument/2006/relationships/slide" Target="/ppt/slides/slide11.xml" Id="Rd091fefa77e5485a"/><Relationship Type="http://schemas.openxmlformats.org/officeDocument/2006/relationships/slide" Target="/ppt/slides/slide12.xml" Id="Re85cb629fd6f42fe"/><Relationship Type="http://schemas.openxmlformats.org/officeDocument/2006/relationships/slide" Target="/ppt/slides/slide13.xml" Id="R6d9fc1db09c647ec"/><Relationship Type="http://schemas.openxmlformats.org/officeDocument/2006/relationships/slide" Target="/ppt/slides/slide14.xml" Id="R610f971970a24ce0"/><Relationship Type="http://schemas.openxmlformats.org/officeDocument/2006/relationships/slide" Target="/ppt/slides/slide15.xml" Id="R8f3b7adac02740b9"/><Relationship Id="rIdAddedReport1" Type="http://schemas.openxmlformats.org/officeDocument/2006/relationships/slide" Target="/ppt/slides/slide16.xml"/><Relationship Id="rIdAddedReport2" Type="http://schemas.openxmlformats.org/officeDocument/2006/relationships/slide" Target="/ppt/slides/slide17.xml"/><Relationship Id="rIdAddedReport3" Type="http://schemas.openxmlformats.org/officeDocument/2006/relationships/slide" Target="/ppt/slides/slide18.xml"/><Relationship Id="rIdAddedReport4" Type="http://schemas.openxmlformats.org/officeDocument/2006/relationships/slide" Target="/ppt/slides/slide19.xml"/><Relationship Id="rIdAddedReport5" Type="http://schemas.openxmlformats.org/officeDocument/2006/relationships/slide" Target="/ppt/slides/slide20.xml"/><Relationship Id="rIdAddedReport6" Type="http://schemas.openxmlformats.org/officeDocument/2006/relationships/slide" Target="/ppt/slides/slide21.xml"/><Relationship Id="rIdAddedReport7" Type="http://schemas.openxmlformats.org/officeDocument/2006/relationships/slide" Target="/ppt/slides/slide22.xml"/></Relationships>
</file>

<file path=ppt/_rels/report_presentation.xml.rels><?xml version='1.0' encoding='UTF-8' standalone='yes'?>
<Relationships xmlns="http://schemas.openxmlformats.org/package/2006/relationships"><Relationship Type="http://schemas.openxmlformats.org/officeDocument/2006/relationships/theme" Target="/ppt/theme/report_theme1.xml" Id="Re28a7aea3a6546f6"/><Relationship Type="http://schemas.openxmlformats.org/officeDocument/2006/relationships/slideMaster" Target="/ppt/slideMasters/report_slideMaster1.xml" Id="R2be41a4db5604b7e"/><Relationship Type="http://schemas.openxmlformats.org/officeDocument/2006/relationships/notesMaster" Target="/ppt/notesMasters/report_notesMaster1.xml" Id="Rc7cb36c3feca4193"/><Relationship Type="http://schemas.openxmlformats.org/officeDocument/2006/relationships/presProps" Target="/ppt/report_presProps.xml" Id="R038ae5883f96470a"/><Relationship Type="http://schemas.openxmlformats.org/officeDocument/2006/relationships/tableStyles" Target="/ppt/report_tableStyles.xml" Id="Rde08cabb3c034e63"/><Relationship Type="http://schemas.openxmlformats.org/officeDocument/2006/relationships/slide" Target="/ppt/slides/slide16.xml" Id="Rc18e58fddcb84e36"/><Relationship Type="http://schemas.openxmlformats.org/officeDocument/2006/relationships/slide" Target="/ppt/slides/slide17.xml" Id="Rbfb72ceeba2347c1"/><Relationship Type="http://schemas.openxmlformats.org/officeDocument/2006/relationships/slide" Target="/ppt/slides/slide18.xml" Id="R0756ff63e8a14ce2"/><Relationship Type="http://schemas.openxmlformats.org/officeDocument/2006/relationships/slide" Target="/ppt/slides/slide19.xml" Id="Rd7e50486de9d490d"/><Relationship Type="http://schemas.openxmlformats.org/officeDocument/2006/relationships/slide" Target="/ppt/slides/slide20.xml" Id="Rac4020b1fa254fd4"/><Relationship Type="http://schemas.openxmlformats.org/officeDocument/2006/relationships/slide" Target="/ppt/slides/slide21.xml" Id="R1e22943c59964d2d"/><Relationship Type="http://schemas.openxmlformats.org/officeDocument/2006/relationships/slide" Target="/ppt/slides/slide22.xml" Id="Rc8254e77c50d4292"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94c78f3be804366" /></Relationships>
</file>

<file path=ppt/notesMasters/_rels/report_notesMaster1.xml.rels><?xml version='1.0' encoding='UTF-8' standalone='yes'?>
<Relationships xmlns="http://schemas.openxmlformats.org/package/2006/relationships"><Relationship Type="http://schemas.openxmlformats.org/officeDocument/2006/relationships/theme" Target="/ppt/notesMasters/theme/report_theme3.xml" Id="Rd69a10a9e3e3486c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report_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report_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6951c1ba9414076" /><Relationship Type="http://schemas.openxmlformats.org/officeDocument/2006/relationships/notesMaster" Target="/ppt/notesMasters/notesMaster1.xml" Id="R49360b02e6b44b9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f37c0e1701f4270" /><Relationship Type="http://schemas.openxmlformats.org/officeDocument/2006/relationships/notesMaster" Target="/ppt/notesMasters/notesMaster1.xml" Id="Rd1bf0acf5072440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6e34d893f4c4dde" /><Relationship Type="http://schemas.openxmlformats.org/officeDocument/2006/relationships/notesMaster" Target="/ppt/notesMasters/notesMaster1.xml" Id="R837ce9406f6746b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f8e7b25184b4e1b" /><Relationship Type="http://schemas.openxmlformats.org/officeDocument/2006/relationships/notesMaster" Target="/ppt/notesMasters/notesMaster1.xml" Id="R60978a6edbb9437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b535ac1bed445ff" /><Relationship Type="http://schemas.openxmlformats.org/officeDocument/2006/relationships/notesMaster" Target="/ppt/notesMasters/notesMaster1.xml" Id="Rc4b74729655246b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c1ab7f8bc554dae" /><Relationship Type="http://schemas.openxmlformats.org/officeDocument/2006/relationships/notesMaster" Target="/ppt/notesMasters/notesMaster1.xml" Id="R4d19de44a7264d2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bfc5987838a4c8e" /><Relationship Type="http://schemas.openxmlformats.org/officeDocument/2006/relationships/notesMaster" Target="/ppt/notesMasters/notesMaster1.xml" Id="R854cf294f77a443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2c0ce4306294fb1" /><Relationship Type="http://schemas.openxmlformats.org/officeDocument/2006/relationships/notesMaster" Target="/ppt/notesMasters/notesMaster1.xml" Id="R405e390a4320445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444b59fbf5744da" /><Relationship Type="http://schemas.openxmlformats.org/officeDocument/2006/relationships/notesMaster" Target="/ppt/notesMasters/notesMaster1.xml" Id="R98be0b06dc5b4e8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722c192bf1943f1" /><Relationship Type="http://schemas.openxmlformats.org/officeDocument/2006/relationships/notesMaster" Target="/ppt/notesMasters/notesMaster1.xml" Id="R9392e43143fb436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eadb4bd1ed04e90" /><Relationship Type="http://schemas.openxmlformats.org/officeDocument/2006/relationships/notesMaster" Target="/ppt/notesMasters/notesMaster1.xml" Id="R5c690469ed5b4eb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fc904a456db40b0" /><Relationship Type="http://schemas.openxmlformats.org/officeDocument/2006/relationships/notesMaster" Target="/ppt/notesMasters/notesMaster1.xml" Id="Rc91fbc9c99c1402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8443f1e74114d9a" /><Relationship Type="http://schemas.openxmlformats.org/officeDocument/2006/relationships/notesMaster" Target="/ppt/notesMasters/notesMaster1.xml" Id="R65e874a92a984c1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d57e6d960cc4be3" /><Relationship Type="http://schemas.openxmlformats.org/officeDocument/2006/relationships/notesMaster" Target="/ppt/notesMasters/notesMaster1.xml" Id="R02e34c43baf14da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9ff517734794e36" /><Relationship Type="http://schemas.openxmlformats.org/officeDocument/2006/relationships/notesMaster" Target="/ppt/notesMasters/notesMaster1.xml" Id="R08a59312a7ad4ba3" /></Relationships>
</file>

<file path=ppt/notesSlides/_rels/report_notesSlide1.xml.rels><?xml version='1.0' encoding='UTF-8' standalone='yes'?>
<Relationships xmlns="http://schemas.openxmlformats.org/package/2006/relationships"><Relationship Type="http://schemas.openxmlformats.org/officeDocument/2006/relationships/slide" Target="/ppt/slides/slide16.xml" Id="Rc3999988315a4d5c"/><Relationship Type="http://schemas.openxmlformats.org/officeDocument/2006/relationships/notesMaster" Target="/ppt/notesMasters/report_notesMaster1.xml" Id="Rb6f1b7c6920d4ed2"/></Relationships>
</file>

<file path=ppt/notesSlides/_rels/report_notesSlide2.xml.rels><?xml version='1.0' encoding='UTF-8' standalone='yes'?>
<Relationships xmlns="http://schemas.openxmlformats.org/package/2006/relationships"><Relationship Type="http://schemas.openxmlformats.org/officeDocument/2006/relationships/slide" Target="/ppt/slides/slide17.xml" Id="Rd29a1970aff243d1"/><Relationship Type="http://schemas.openxmlformats.org/officeDocument/2006/relationships/notesMaster" Target="/ppt/notesMasters/report_notesMaster1.xml" Id="R25ac9156a9684d57"/></Relationships>
</file>

<file path=ppt/notesSlides/_rels/report_notesSlide3.xml.rels><?xml version='1.0' encoding='UTF-8' standalone='yes'?>
<Relationships xmlns="http://schemas.openxmlformats.org/package/2006/relationships"><Relationship Type="http://schemas.openxmlformats.org/officeDocument/2006/relationships/slide" Target="/ppt/slides/slide18.xml" Id="R4eb4fa41bd3d495e"/><Relationship Type="http://schemas.openxmlformats.org/officeDocument/2006/relationships/notesMaster" Target="/ppt/notesMasters/report_notesMaster1.xml" Id="R9d49f26875324fad"/></Relationships>
</file>

<file path=ppt/notesSlides/_rels/report_notesSlide4.xml.rels><?xml version='1.0' encoding='UTF-8' standalone='yes'?>
<Relationships xmlns="http://schemas.openxmlformats.org/package/2006/relationships"><Relationship Type="http://schemas.openxmlformats.org/officeDocument/2006/relationships/slide" Target="/ppt/slides/slide19.xml" Id="R09ca639f3d3f4bd1"/><Relationship Type="http://schemas.openxmlformats.org/officeDocument/2006/relationships/notesMaster" Target="/ppt/notesMasters/report_notesMaster1.xml" Id="Rc841af936d794cf1"/></Relationships>
</file>

<file path=ppt/notesSlides/_rels/report_notesSlide5.xml.rels><?xml version='1.0' encoding='UTF-8' standalone='yes'?>
<Relationships xmlns="http://schemas.openxmlformats.org/package/2006/relationships"><Relationship Type="http://schemas.openxmlformats.org/officeDocument/2006/relationships/slide" Target="/ppt/slides/slide20.xml" Id="R5dd49e1dd7a049a9"/><Relationship Type="http://schemas.openxmlformats.org/officeDocument/2006/relationships/notesMaster" Target="/ppt/notesMasters/report_notesMaster1.xml" Id="Rce8b2fb051d04a07"/></Relationships>
</file>

<file path=ppt/notesSlides/_rels/report_notesSlide6.xml.rels><?xml version='1.0' encoding='UTF-8' standalone='yes'?>
<Relationships xmlns="http://schemas.openxmlformats.org/package/2006/relationships"><Relationship Type="http://schemas.openxmlformats.org/officeDocument/2006/relationships/slide" Target="/ppt/slides/slide21.xml" Id="R32b47d7346514c88"/><Relationship Type="http://schemas.openxmlformats.org/officeDocument/2006/relationships/notesMaster" Target="/ppt/notesMasters/report_notesMaster1.xml" Id="Rc57bfdf5a0f54b8e"/></Relationships>
</file>

<file path=ppt/notesSlides/_rels/report_notesSlide7.xml.rels><?xml version='1.0' encoding='UTF-8' standalone='yes'?>
<Relationships xmlns="http://schemas.openxmlformats.org/package/2006/relationships"><Relationship Type="http://schemas.openxmlformats.org/officeDocument/2006/relationships/slide" Target="/ppt/slides/slide22.xml" Id="R58017e717da246c4"/><Relationship Type="http://schemas.openxmlformats.org/officeDocument/2006/relationships/notesMaster" Target="/ppt/notesMasters/report_notesMaster1.xml" Id="R517338bc52d94d39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ミニキャラ風の透明PNGを使った目的別配置テンプレート集です。図形と説明文は編集できます。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使い方：スライドを複製し、図内の名称とアイコンを実際の内容に差し替えてください。下部の「USE_GUIDE」グループを削除すると発表用になります。</a:t>
            </a:r>
          </a:p>
          <a:p xmlns:a="http://schemas.openxmlformats.org/drawingml/2006/main">
            <a:r>
              <a:t>説明順：施設、計器、ルーター、クラウド、確認画面。矢印の横に有線／無線、送信間隔を記入する。計器が増える場合は施設ごとに縦の列を追加する。</a:t>
            </a:r>
          </a:p>
          <a:p xmlns:a="http://schemas.openxmlformats.org/drawingml/2006/main">
            <a:r>
              <a:t>説明例は配置のための仮の内容です。実際の通信方式や工程、数値を確認して差し替えてください。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使い方：スライドを複製し、図内の名称とアイコンを実際の内容に差し替えてください。下部の「USE_GUIDE」グループを削除すると発表用になります。</a:t>
            </a:r>
          </a:p>
          <a:p xmlns:a="http://schemas.openxmlformats.org/drawingml/2006/main">
            <a:r>
              <a:t>説明順：担当者を確認してから左から右へ作業を説明する。差戻しや例外は別色の矢印で追記する。担当者の段を増やす場合は作業の縦位置もそろえる。</a:t>
            </a:r>
          </a:p>
          <a:p xmlns:a="http://schemas.openxmlformats.org/drawingml/2006/main">
            <a:r>
              <a:t>説明例は配置のための仮の内容です。実際の通信方式や工程、数値を確認して差し替えてください。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使い方：スライドを複製し、図内の名称とアイコンを実際の内容に差し替えてください。下部の「USE_GUIDE」グループを削除すると発表用になります。</a:t>
            </a:r>
          </a:p>
          <a:p xmlns:a="http://schemas.openxmlformats.org/drawingml/2006/main">
            <a:r>
              <a:t>判断条件は測定可能な基準にする。連絡先と対応時間を分岐先の下に追記する。判断が複数ある場合は1枚につき1つの判断を扱い、次のページへ送る。</a:t>
            </a:r>
          </a:p>
          <a:p xmlns:a="http://schemas.openxmlformats.org/drawingml/2006/main">
            <a:r>
              <a:t>説明例は配置のための仮の内容です。実際の通信方式や工程、数値を確認して差し替えてください。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使い方：スライドを複製し、図内の名称とアイコンを実際の内容に差し替えてください。下部の「USE_GUIDE」グループを削除すると発表用になります。</a:t>
            </a:r>
          </a:p>
          <a:p xmlns:a="http://schemas.openxmlformats.org/drawingml/2006/main">
            <a:r>
              <a:t>同じ対象・工程・期間で比較する。効果の数値が未確認なら断定せず、目標や検証予定として記載する。導入後も必要な作業を省略しない。</a:t>
            </a:r>
          </a:p>
          <a:p xmlns:a="http://schemas.openxmlformats.org/drawingml/2006/main">
            <a:r>
              <a:t>説明例は配置のための仮の内容です。実際の通信方式や工程、数値を確認して差し替えてください。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使い方：スライドを複製し、図内の名称とアイコンを実際の内容に差し替えてください。下部の「USE_GUIDE」グループを削除すると発表用になります。</a:t>
            </a:r>
          </a:p>
          <a:p xmlns:a="http://schemas.openxmlformats.org/drawingml/2006/main">
            <a:r>
              <a:t>課題には観察した事実、対策には実施する行動、変化には確認できる状態を書く。実測値と期待値は区別する。</a:t>
            </a:r>
          </a:p>
          <a:p xmlns:a="http://schemas.openxmlformats.org/drawingml/2006/main">
            <a:r>
              <a:t>説明例は配置のための仮の内容です。実際の通信方式や工程、数値を確認して差し替えてください。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使い方：スライドを複製し、図内の名称とアイコンを実際の内容に差し替えてください。下部の「USE_GUIDE」グループを削除すると発表用になります。</a:t>
            </a:r>
          </a:p>
          <a:p xmlns:a="http://schemas.openxmlformats.org/drawingml/2006/main">
            <a:r>
              <a:t>最初に判断基準を合意する。費用には対象期間と含む範囲を記入する。未確定の値は未確認と明記する。候補が3つ以上なら情報量を減らすかページを分ける。</a:t>
            </a:r>
          </a:p>
          <a:p xmlns:a="http://schemas.openxmlformats.org/drawingml/2006/main">
            <a:r>
              <a:t>説明例は配置のための仮の内容です。実際の通信方式や工程、数値を確認して差し替えてください。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使い方：スライドを複製し、図内の名称とアイコンを実際の内容に差し替えてください。下部の「USE_GUIDE」グループを削除すると発表用になります。</a:t>
            </a:r>
          </a:p>
          <a:p xmlns:a="http://schemas.openxmlformats.org/drawingml/2006/main">
            <a:r>
              <a:t>予定と実績を別の色で示す。各工程の開始条件と責任者を追記すると進捗確認にも使える。</a:t>
            </a:r>
          </a:p>
          <a:p xmlns:a="http://schemas.openxmlformats.org/drawingml/2006/main">
            <a:r>
              <a:t>説明例は配置のための仮の内容です。実際の通信方式や工程、数値を確認して差し替えてください。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使い方：スライドを複製し、図内の名称とアイコンを実際の内容に差し替えてください。下部の「USE_GUIDE」グループを削除すると発表用になります。</a:t>
            </a:r>
          </a:p>
          <a:p xmlns:a="http://schemas.openxmlformats.org/drawingml/2006/main">
            <a:r>
              <a:t>矢印は指示・報告・相談のどれかを明記する。役割の名称に実際の担当者や部署を補足する。取りまとめ役がいない場合は並列の配置へ変える。</a:t>
            </a:r>
          </a:p>
          <a:p xmlns:a="http://schemas.openxmlformats.org/drawingml/2006/main">
            <a:r>
              <a:t>説明例は配置のための仮の内容です。実際の通信方式や工程、数値を確認して差し替えてください。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使い方：スライドを複製し、図内の名称とアイコンを実際の内容に差し替えてください。下部の「USE_GUIDE」グループを削除すると発表用になります。</a:t>
            </a:r>
          </a:p>
          <a:p xmlns:a="http://schemas.openxmlformats.org/drawingml/2006/main">
            <a:r>
              <a:t>論理構成を説明する図。サーバーの実際の設置場所やネットワーク境界を説明する場合は領域枠を追加し、通信経路と区別する。</a:t>
            </a:r>
          </a:p>
          <a:p xmlns:a="http://schemas.openxmlformats.org/drawingml/2006/main">
            <a:r>
              <a:t>説明例は配置のための仮の内容です。実際の通信方式や工程、数値を確認して差し替えてください。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使い方：スライドを複製し、図内の名称とアイコンを実際の内容に差し替えてください。下部の「USE_GUIDE」グループを削除すると発表用になります。</a:t>
            </a:r>
          </a:p>
          <a:p xmlns:a="http://schemas.openxmlformats.org/drawingml/2006/main">
            <a:r>
              <a:t>単位、判定する期間、継続時間を条件に含める。色だけに頼らず状態名を併記する。通知しない条件も定義する。</a:t>
            </a:r>
          </a:p>
          <a:p xmlns:a="http://schemas.openxmlformats.org/drawingml/2006/main">
            <a:r>
              <a:t>説明例は配置のための仮の内容です。実際の通信方式や工程、数値を確認して差し替えてください。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使い方：スライドを複製し、図内の名称とアイコンを実際の内容に差し替えてください。下部の「USE_GUIDE」グループを削除すると発表用になります。</a:t>
            </a:r>
          </a:p>
          <a:p xmlns:a="http://schemas.openxmlformats.org/drawingml/2006/main">
            <a:r>
              <a:t>画面名は実際のシステムに合わせる。操作と画面遷移を1対1で結ぶ。複雑な戻り先やエラー画面は別ページに分けて説明する。</a:t>
            </a:r>
          </a:p>
          <a:p xmlns:a="http://schemas.openxmlformats.org/drawingml/2006/main">
            <a:r>
              <a:t>説明例は配置のための仮の内容です。実際の通信方式や工程、数値を確認して差し替えてください。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使い方：スライドを複製し、図内の名称とアイコンを実際の内容に差し替えてください。下部の「USE_GUIDE」グループを削除すると発表用になります。</a:t>
            </a:r>
          </a:p>
          <a:p xmlns:a="http://schemas.openxmlformats.org/drawingml/2006/main">
            <a:r>
              <a:t>事実、見込み、未確認を区別する。承認事項はその場で決められる粒度にし、保留の場合の次の行動も記入する。</a:t>
            </a:r>
          </a:p>
          <a:p xmlns:a="http://schemas.openxmlformats.org/drawingml/2006/main">
            <a:r>
              <a:t>説明例は配置のための仮の内容です。実際の通信方式や工程、数値を確認して差し替えてください。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report_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使い方：スライドを複製し、図内の名称とアイコンを実際の内容に差し替えてください。下部の「USE_GUIDE」グループを削除すると発表用になります。</a:t>
            </a:r>
          </a:p>
          <a:p xmlns:a="http://schemas.openxmlformats.org/drawingml/2006/main">
            <a:r>
              <a:t>説明順：結論、予定からの差、次の作業、上司への依頼。進捗率を使う場合は分母となる作業範囲も明記する。共有のみの場合も「判断依頼なし」と明記する。</a:t>
            </a:r>
          </a:p>
          <a:p xmlns:a="http://schemas.openxmlformats.org/drawingml/2006/main">
            <a:r>
              <a:t>説明例は配置のための仮の内容です。実際の通信方式や工程、数値を確認して差し替えてください。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report_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使い方：スライドを複製し、図内の名称とアイコンを実際の内容に差し替えてください。下部の「USE_GUIDE」グループを削除すると発表用になります。</a:t>
            </a:r>
          </a:p>
          <a:p xmlns:a="http://schemas.openxmlformats.org/drawingml/2006/main">
            <a:r>
              <a:t>成果は実測、利用者確認、検収などの根拠を添える。見込みの効果は確認済みの成果と分ける。残る事項がない場合も「なし」と記入する。</a:t>
            </a:r>
          </a:p>
          <a:p xmlns:a="http://schemas.openxmlformats.org/drawingml/2006/main">
            <a:r>
              <a:t>説明例は配置のための仮の内容です。実際の通信方式や工程、数値を確認して差し替えてください。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report_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使い方：スライドを複製し、図内の名称とアイコンを実際の内容に差し替えてください。下部の「USE_GUIDE」グループを削除すると発表用になります。</a:t>
            </a:r>
          </a:p>
          <a:p xmlns:a="http://schemas.openxmlformats.org/drawingml/2006/main">
            <a:r>
              <a:t>事実、推測、未確認を明確に分ける。原因が分からない場合は調査中と書く。復旧時刻を確約できない場合も次の更新時刻を提示する。</a:t>
            </a:r>
          </a:p>
          <a:p xmlns:a="http://schemas.openxmlformats.org/drawingml/2006/main">
            <a:r>
              <a:t>説明例は配置のための仮の内容です。実際の通信方式や工程、数値を確認して差し替えてください。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report_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使い方：スライドを複製し、図内の名称とアイコンを実際の内容に差し替えてください。下部の「USE_GUIDE」グループを削除すると発表用になります。</a:t>
            </a:r>
          </a:p>
          <a:p xmlns:a="http://schemas.openxmlformats.org/drawingml/2006/main">
            <a:r>
              <a:t>既に起きた遅延と、今後起こる可能性があるリスクを分ける。回復策には必要な条件を添え、対策で解消できない影響も示す。</a:t>
            </a:r>
          </a:p>
          <a:p xmlns:a="http://schemas.openxmlformats.org/drawingml/2006/main">
            <a:r>
              <a:t>説明例は配置のための仮の内容です。実際の通信方式や工程、数値を確認して差し替えてください。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report_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使い方：スライドを複製し、図内の名称とアイコンを実際の内容に差し替えてください。下部の「USE_GUIDE」グループを削除すると発表用になります。</a:t>
            </a:r>
          </a:p>
          <a:p xmlns:a="http://schemas.openxmlformats.org/drawingml/2006/main">
            <a:r>
              <a:t>相談したい論点は1枚につき1つ。自分の推奨を示し、未確認の条件は明記する。案が増える場合は比較軸を減らすかページを分ける。</a:t>
            </a:r>
          </a:p>
          <a:p xmlns:a="http://schemas.openxmlformats.org/drawingml/2006/main">
            <a:r>
              <a:t>説明例は配置のための仮の内容です。実際の通信方式や工程、数値を確認して差し替えてください。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report_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使い方：スライドを複製し、図内の名称とアイコンを実際の内容に差し替えてください。下部の「USE_GUIDE」グループを削除すると発表用になります。</a:t>
            </a:r>
          </a:p>
          <a:p xmlns:a="http://schemas.openxmlformats.org/drawingml/2006/main">
            <a:r>
              <a:t>予算には税込・税別、単発・継続の区別を記載する。効果が見込みの場合は検証方法も添える。保留の場合の追加確認事項と期限を決める。</a:t>
            </a:r>
          </a:p>
          <a:p xmlns:a="http://schemas.openxmlformats.org/drawingml/2006/main">
            <a:r>
              <a:t>説明例は配置のための仮の内容です。実際の通信方式や工程、数値を確認して差し替えてください。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report_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使い方：スライドを複製し、図内の名称とアイコンを実際の内容に差し替えてください。下部の「USE_GUIDE」グループを削除すると発表用になります。</a:t>
            </a:r>
          </a:p>
          <a:p xmlns:a="http://schemas.openxmlformats.org/drawingml/2006/main">
            <a:r>
              <a:t>期間は実際の年月・四半期などに差し替える。短期は具体的な実行計画、中長期は方針と到達目標を示す。期間をまたぐ取り組みは同じ名称を継続して記入する。判断ポイントには決定者と判断期限を補足する。依存する条件や計画変更がある場合は明記する。</a:t>
            </a:r>
          </a:p>
          <a:p xmlns:a="http://schemas.openxmlformats.org/drawingml/2006/main">
            <a:r>
              <a:t>説明例は配置のための仮の内容です。実際の通信方式や工程、数値を確認して差し替えてください。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report_slideLayout1.xml.rels><?xml version='1.0' encoding='UTF-8' standalone='yes'?>
<Relationships xmlns="http://schemas.openxmlformats.org/package/2006/relationships"><Relationship Type="http://schemas.openxmlformats.org/officeDocument/2006/relationships/slideMaster" Target="/ppt/slideMasters/report_slideMaster1.xml" Id="Rfd31b62dd9db414d"/></Relationships>
</file>

<file path=ppt/slideLayouts/_rels/report_slideLayout2.xml.rels><?xml version='1.0' encoding='UTF-8' standalone='yes'?>
<Relationships xmlns="http://schemas.openxmlformats.org/package/2006/relationships"><Relationship Type="http://schemas.openxmlformats.org/officeDocument/2006/relationships/slideMaster" Target="/ppt/slideMasters/report_slideMaster1.xml" Id="Rfe6476785dc64891"/></Relationships>
</file>

<file path=ppt/slideLayouts/_rels/report_slideLayout3.xml.rels><?xml version='1.0' encoding='UTF-8' standalone='yes'?>
<Relationships xmlns="http://schemas.openxmlformats.org/package/2006/relationships"><Relationship Type="http://schemas.openxmlformats.org/officeDocument/2006/relationships/slideMaster" Target="/ppt/slideMasters/report_slideMaster1.xml" Id="Rd63643da97264df8"/></Relationships>
</file>

<file path=ppt/slideLayouts/_rels/report_slideLayout4.xml.rels><?xml version='1.0' encoding='UTF-8' standalone='yes'?>
<Relationships xmlns="http://schemas.openxmlformats.org/package/2006/relationships"><Relationship Type="http://schemas.openxmlformats.org/officeDocument/2006/relationships/slideMaster" Target="/ppt/slideMasters/report_slideMaster1.xml" Id="Rb39d02356a5e4448"/></Relationships>
</file>

<file path=ppt/slideLayouts/_rels/report_slideLayout5.xml.rels><?xml version='1.0' encoding='UTF-8' standalone='yes'?>
<Relationships xmlns="http://schemas.openxmlformats.org/package/2006/relationships"><Relationship Type="http://schemas.openxmlformats.org/officeDocument/2006/relationships/slideMaster" Target="/ppt/slideMasters/report_slideMaster1.xml" Id="R0c556f1f55334e14"/></Relationships>
</file>

<file path=ppt/slideLayouts/_rels/report_slideLayout6.xml.rels><?xml version='1.0' encoding='UTF-8' standalone='yes'?>
<Relationships xmlns="http://schemas.openxmlformats.org/package/2006/relationships"><Relationship Type="http://schemas.openxmlformats.org/officeDocument/2006/relationships/slideMaster" Target="/ppt/slideMasters/report_slideMaster1.xml" Id="R7f76b1758fc94e11"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91a8f75560a4ba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276e37ac9d845c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00ee773164a4d0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24c322794b8466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8dfcb2e8e3f460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8eeb2205e094154" /></Relationships>
</file>

<file path=ppt/slideLayouts/report_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CF287312-C452-4FE2-9881-925D89CB6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2098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60B7807F-BA45-4A61-A0FA-21A20D1A3DD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78929667-C220-4ECF-BD7F-769CD71C106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report_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Accent rule">
            <a:extLst xmlns:a="http://schemas.openxmlformats.org/drawingml/2006/main">
              <a:ext uri="{FF2B5EF4-FFF2-40B4-BE49-F238E27FC236}">
                <a16:creationId xmlns:a16="http://schemas.microsoft.com/office/drawing/2014/main" id="{5A118827-60DE-41D4-BA74-7F83E36EC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4765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FB8C5EE9-2E6C-4375-A2CB-CE07C9B8440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report_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B9471AD2-DD1A-4E2F-BF60-0D98618BC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61539972-CC28-49FB-A2C5-B00A3F3711A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ECFA2DFA-BC23-45C0-9914-FA55D482FCF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report_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Accent rule">
            <a:extLst xmlns:a="http://schemas.openxmlformats.org/drawingml/2006/main">
              <a:ext uri="{FF2B5EF4-FFF2-40B4-BE49-F238E27FC236}">
                <a16:creationId xmlns:a16="http://schemas.microsoft.com/office/drawing/2014/main" id="{F58E263F-F7E6-46D7-82E0-01AD5386F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B24727AE-1383-41F2-994F-E9CF2345913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E6692E2-C562-452A-A691-0F4D2E3290D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4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749A3497-56C6-44B7-BEE5-24048E58004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report_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610FAAE2-4134-457C-9356-5A4F013A4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A2E8C0C1-4975-417C-8758-65C6E08C4C9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1729C2D-AAD8-40E8-9F7A-3D89D702BE4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report_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E772E90D-D595-486E-9089-B78702C5F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2098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67FDEEE6-F568-4589-8F99-68A0EF936FD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23DDE937-CD4E-4675-BE4E-9A7ADE8258E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Accent rule">
            <a:extLst xmlns:a="http://schemas.openxmlformats.org/drawingml/2006/main">
              <a:ext uri="{FF2B5EF4-FFF2-40B4-BE49-F238E27FC236}">
                <a16:creationId xmlns:a16="http://schemas.microsoft.com/office/drawing/2014/main" id="{075AD097-E9E5-49E1-B29D-149EA9E78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4765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0879E395-177E-4501-86EF-451379A151B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A64E4CF4-DC63-48CD-BB7D-F21D3E282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75C140D4-7139-4864-A84E-FBFFE49ED6F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B7A6029C-D0B4-4D58-81AD-1AA5FD3682A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Accent rule">
            <a:extLst xmlns:a="http://schemas.openxmlformats.org/drawingml/2006/main">
              <a:ext uri="{FF2B5EF4-FFF2-40B4-BE49-F238E27FC236}">
                <a16:creationId xmlns:a16="http://schemas.microsoft.com/office/drawing/2014/main" id="{E90474F7-6B13-4B6F-A2F9-196C26BB6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167FD1A5-F593-430D-81A2-1A972CE6166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967DD8E-D268-45FE-8CD2-703D46AA0DB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4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19759852-AF79-4444-A093-863BEB03D81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AF24F6F7-4CF7-4EBA-A4A3-E1A920324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B4CA8896-31A7-43AF-A6E3-805D7209419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2B8411A-DD9B-41D2-A937-B394E30C502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report_slideMaster1.xml.rels><?xml version='1.0' encoding='UTF-8' standalone='yes'?>
<Relationships xmlns="http://schemas.openxmlformats.org/package/2006/relationships"><Relationship Type="http://schemas.openxmlformats.org/officeDocument/2006/relationships/theme" Target="/ppt/slideMasters/theme/report_theme2.xml" Id="R3868b59795a04b80"/><Relationship Type="http://schemas.openxmlformats.org/officeDocument/2006/relationships/slideLayout" Target="/ppt/slideLayouts/report_slideLayout1.xml" Id="Rf35bc43db76b4893"/><Relationship Type="http://schemas.openxmlformats.org/officeDocument/2006/relationships/slideLayout" Target="/ppt/slideLayouts/report_slideLayout2.xml" Id="Ra42d52f20ddf4c6d"/><Relationship Type="http://schemas.openxmlformats.org/officeDocument/2006/relationships/slideLayout" Target="/ppt/slideLayouts/report_slideLayout3.xml" Id="R71243b6922824e02"/><Relationship Type="http://schemas.openxmlformats.org/officeDocument/2006/relationships/slideLayout" Target="/ppt/slideLayouts/report_slideLayout4.xml" Id="Ref7341b7c9444cf0"/><Relationship Type="http://schemas.openxmlformats.org/officeDocument/2006/relationships/slideLayout" Target="/ppt/slideLayouts/report_slideLayout5.xml" Id="R6d428f65909a4438"/><Relationship Type="http://schemas.openxmlformats.org/officeDocument/2006/relationships/slideLayout" Target="/ppt/slideLayouts/report_slideLayout6.xml" Id="R1bdf67ddc54d4c08"/></Relationships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7971be44e764d79" /><Relationship Type="http://schemas.openxmlformats.org/officeDocument/2006/relationships/slideLayout" Target="/ppt/slideLayouts/slideLayout1.xml" Id="R04534bff590b4302" /><Relationship Type="http://schemas.openxmlformats.org/officeDocument/2006/relationships/slideLayout" Target="/ppt/slideLayouts/slideLayout2.xml" Id="R0a5a9e2044284a32" /><Relationship Type="http://schemas.openxmlformats.org/officeDocument/2006/relationships/slideLayout" Target="/ppt/slideLayouts/slideLayout3.xml" Id="R06361f11618445fa" /><Relationship Type="http://schemas.openxmlformats.org/officeDocument/2006/relationships/slideLayout" Target="/ppt/slideLayouts/slideLayout4.xml" Id="Ra523c1e722624155" /><Relationship Type="http://schemas.openxmlformats.org/officeDocument/2006/relationships/slideLayout" Target="/ppt/slideLayouts/slideLayout5.xml" Id="R59c59042540a45e4" /><Relationship Type="http://schemas.openxmlformats.org/officeDocument/2006/relationships/slideLayout" Target="/ppt/slideLayouts/slideLayout6.xml" Id="R9b0f45ee0cb24fab" /></Relationships>
</file>

<file path=ppt/slideMasters/report_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35bc43db76b4893"/>
    <p:sldLayoutId xmlns:r="http://schemas.openxmlformats.org/officeDocument/2006/relationships" id="2147483650" r:id="Ra42d52f20ddf4c6d"/>
    <p:sldLayoutId xmlns:r="http://schemas.openxmlformats.org/officeDocument/2006/relationships" id="2147483651" r:id="R71243b6922824e02"/>
    <p:sldLayoutId xmlns:r="http://schemas.openxmlformats.org/officeDocument/2006/relationships" id="2147483652" r:id="Ref7341b7c9444cf0"/>
    <p:sldLayoutId xmlns:r="http://schemas.openxmlformats.org/officeDocument/2006/relationships" id="2147483653" r:id="R6d428f65909a4438"/>
    <p:sldLayoutId xmlns:r="http://schemas.openxmlformats.org/officeDocument/2006/relationships" id="2147483654" r:id="R1bdf67ddc54d4c0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4534bff590b4302"/>
    <p:sldLayoutId xmlns:r="http://schemas.openxmlformats.org/officeDocument/2006/relationships" id="2147483650" r:id="R0a5a9e2044284a32"/>
    <p:sldLayoutId xmlns:r="http://schemas.openxmlformats.org/officeDocument/2006/relationships" id="2147483651" r:id="R06361f11618445fa"/>
    <p:sldLayoutId xmlns:r="http://schemas.openxmlformats.org/officeDocument/2006/relationships" id="2147483652" r:id="Ra523c1e722624155"/>
    <p:sldLayoutId xmlns:r="http://schemas.openxmlformats.org/officeDocument/2006/relationships" id="2147483653" r:id="R59c59042540a45e4"/>
    <p:sldLayoutId xmlns:r="http://schemas.openxmlformats.org/officeDocument/2006/relationships" id="2147483654" r:id="R9b0f45ee0cb24fa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report_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de7c76545fc4ff3" /><Relationship Type="http://schemas.openxmlformats.org/officeDocument/2006/relationships/image" Target="/ppt/media/image.png" Id="R6bb482a849d14736" /><Relationship Type="http://schemas.openxmlformats.org/officeDocument/2006/relationships/image" Target="/ppt/media/image2.png" Id="Rbe597b57b6564484" /><Relationship Type="http://schemas.openxmlformats.org/officeDocument/2006/relationships/image" Target="/ppt/media/image3.png" Id="R59fd6c6991b348be" /><Relationship Type="http://schemas.openxmlformats.org/officeDocument/2006/relationships/image" Target="/ppt/media/image4.png" Id="R8ee2f27fd7e64f7c" /><Relationship Type="http://schemas.openxmlformats.org/officeDocument/2006/relationships/image" Target="/ppt/media/image5.png" Id="R0cddde1b50e24164" /><Relationship Type="http://schemas.openxmlformats.org/officeDocument/2006/relationships/notesSlide" Target="/ppt/notesSlides/notesSlide1.xml" Id="R43bd7a8ba6ff4c8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f8dd84a6cd34832" /><Relationship Type="http://schemas.openxmlformats.org/officeDocument/2006/relationships/image" Target="/ppt/media/image6.png" Id="R90af6e438e2643d2" /><Relationship Type="http://schemas.openxmlformats.org/officeDocument/2006/relationships/notesSlide" Target="/ppt/notesSlides/notesSlide2.xml" Id="R07f8c81d10cd4b4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cde176169b64cf1" /><Relationship Type="http://schemas.openxmlformats.org/officeDocument/2006/relationships/image" Target="/ppt/media/image7.png" Id="R6c827d5f99064488" /><Relationship Type="http://schemas.openxmlformats.org/officeDocument/2006/relationships/image" Target="/ppt/media/image8.png" Id="R64cacadf06c44e83" /><Relationship Type="http://schemas.openxmlformats.org/officeDocument/2006/relationships/image" Target="/ppt/media/image9.png" Id="R07b0b835996a4c39" /><Relationship Type="http://schemas.openxmlformats.org/officeDocument/2006/relationships/image" Target="/ppt/media/image10.png" Id="R1b5c23dacf0f49f2" /><Relationship Type="http://schemas.openxmlformats.org/officeDocument/2006/relationships/image" Target="/ppt/media/image11.png" Id="R39bab7c0bb93447f" /><Relationship Type="http://schemas.openxmlformats.org/officeDocument/2006/relationships/image" Target="/ppt/media/image12.png" Id="Rb6181444ad194fae" /><Relationship Type="http://schemas.openxmlformats.org/officeDocument/2006/relationships/image" Target="/ppt/media/image13.png" Id="Rc13f22cca7444d00" /><Relationship Type="http://schemas.openxmlformats.org/officeDocument/2006/relationships/image" Target="/ppt/media/image14.png" Id="R0e7303ad2db74a6e" /><Relationship Type="http://schemas.openxmlformats.org/officeDocument/2006/relationships/notesSlide" Target="/ppt/notesSlides/notesSlide3.xml" Id="R24ba8232bddd476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80a6e8f0f73472d" /><Relationship Type="http://schemas.openxmlformats.org/officeDocument/2006/relationships/image" Target="/ppt/media/image15.png" Id="R618f72743b864f4b" /><Relationship Type="http://schemas.openxmlformats.org/officeDocument/2006/relationships/image" Target="/ppt/media/image16.png" Id="R94321df5b0e9420c" /><Relationship Type="http://schemas.openxmlformats.org/officeDocument/2006/relationships/image" Target="/ppt/media/image17.png" Id="Re5004f1ac37c41a2" /><Relationship Type="http://schemas.openxmlformats.org/officeDocument/2006/relationships/image" Target="/ppt/media/image18.png" Id="R3628d5e38b7f4bde" /><Relationship Type="http://schemas.openxmlformats.org/officeDocument/2006/relationships/notesSlide" Target="/ppt/notesSlides/notesSlide4.xml" Id="R1b9fcca3dd77457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241ba62605c4e08" /><Relationship Type="http://schemas.openxmlformats.org/officeDocument/2006/relationships/image" Target="/ppt/media/image19.png" Id="R9b79de0f07774173" /><Relationship Type="http://schemas.openxmlformats.org/officeDocument/2006/relationships/image" Target="/ppt/media/image20.png" Id="Rc6c2fc99281a419e" /><Relationship Type="http://schemas.openxmlformats.org/officeDocument/2006/relationships/notesSlide" Target="/ppt/notesSlides/notesSlide5.xml" Id="R0a960c8cdd4141b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15bde58f3834890" /><Relationship Type="http://schemas.openxmlformats.org/officeDocument/2006/relationships/image" Target="/ppt/media/image21.png" Id="R7b58c1474c034c64" /><Relationship Type="http://schemas.openxmlformats.org/officeDocument/2006/relationships/image" Target="/ppt/media/image22.png" Id="R333b8d231a004fdd" /><Relationship Type="http://schemas.openxmlformats.org/officeDocument/2006/relationships/image" Target="/ppt/media/image23.png" Id="Rf515b0c38a554906" /><Relationship Type="http://schemas.openxmlformats.org/officeDocument/2006/relationships/notesSlide" Target="/ppt/notesSlides/notesSlide6.xml" Id="R53b343223b0d41c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c3d17a0276442d8" /><Relationship Type="http://schemas.openxmlformats.org/officeDocument/2006/relationships/image" Target="/ppt/media/image24.png" Id="Rfff3502fa8664603" /><Relationship Type="http://schemas.openxmlformats.org/officeDocument/2006/relationships/notesSlide" Target="/ppt/notesSlides/notesSlide7.xml" Id="R03024db7d42f42a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4a3920203f640a6" /><Relationship Type="http://schemas.openxmlformats.org/officeDocument/2006/relationships/image" Target="/ppt/media/image25.png" Id="R8e77d0094af245ff" /><Relationship Type="http://schemas.openxmlformats.org/officeDocument/2006/relationships/notesSlide" Target="/ppt/notesSlides/notesSlide8.xml" Id="R5d55230c55bc4c4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058938ba8f143be" /><Relationship Type="http://schemas.openxmlformats.org/officeDocument/2006/relationships/image" Target="/ppt/media/image26.png" Id="R2df7d46dd0e948e4" /><Relationship Type="http://schemas.openxmlformats.org/officeDocument/2006/relationships/notesSlide" Target="/ppt/notesSlides/notesSlide9.xml" Id="R4639cd20ea4444a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0e754c92c3f48ba" /><Relationship Type="http://schemas.openxmlformats.org/officeDocument/2006/relationships/image" Target="/ppt/media/image27.png" Id="R82922dab2bce4571" /><Relationship Type="http://schemas.openxmlformats.org/officeDocument/2006/relationships/image" Target="/ppt/media/image28.png" Id="R7771b2f0048e4ffb" /><Relationship Type="http://schemas.openxmlformats.org/officeDocument/2006/relationships/image" Target="/ppt/media/image29.png" Id="R230bfa47c63b4141" /><Relationship Type="http://schemas.openxmlformats.org/officeDocument/2006/relationships/image" Target="/ppt/media/image30.png" Id="R928d298e87464e4f" /><Relationship Type="http://schemas.openxmlformats.org/officeDocument/2006/relationships/notesSlide" Target="/ppt/notesSlides/notesSlide10.xml" Id="R74682dc132b94f1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ce228cec9674cad" /><Relationship Type="http://schemas.openxmlformats.org/officeDocument/2006/relationships/image" Target="/ppt/media/image31.png" Id="R0da734be87fa4734" /><Relationship Type="http://schemas.openxmlformats.org/officeDocument/2006/relationships/image" Target="/ppt/media/image32.png" Id="Ra61ed1efb5e84857" /><Relationship Type="http://schemas.openxmlformats.org/officeDocument/2006/relationships/image" Target="/ppt/media/image33.png" Id="R27d85d6f28494487" /><Relationship Type="http://schemas.openxmlformats.org/officeDocument/2006/relationships/image" Target="/ppt/media/image34.png" Id="R0e3227fc9e494501" /><Relationship Type="http://schemas.openxmlformats.org/officeDocument/2006/relationships/notesSlide" Target="/ppt/notesSlides/notesSlide11.xml" Id="R64886b17760a43a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cf919e1b40d40c2" /><Relationship Type="http://schemas.openxmlformats.org/officeDocument/2006/relationships/image" Target="/ppt/media/image35.png" Id="Rb6abbbd59b434d99" /><Relationship Type="http://schemas.openxmlformats.org/officeDocument/2006/relationships/notesSlide" Target="/ppt/notesSlides/notesSlide12.xml" Id="R93ee6bc6f3b1498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5d276614d144909" /><Relationship Type="http://schemas.openxmlformats.org/officeDocument/2006/relationships/image" Target="/ppt/media/image36.png" Id="Rf5829040295d443a" /><Relationship Type="http://schemas.openxmlformats.org/officeDocument/2006/relationships/notesSlide" Target="/ppt/notesSlides/notesSlide13.xml" Id="R4c9d0e575852438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a4451984de348d0" /><Relationship Type="http://schemas.openxmlformats.org/officeDocument/2006/relationships/image" Target="/ppt/media/image37.png" Id="R8930775179194f8f" /><Relationship Type="http://schemas.openxmlformats.org/officeDocument/2006/relationships/notesSlide" Target="/ppt/notesSlides/notesSlide14.xml" Id="R3c1746bca4f64f9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de1d08bf2da46c9" /><Relationship Type="http://schemas.openxmlformats.org/officeDocument/2006/relationships/image" Target="/ppt/media/image38.png" Id="Rbccf2563103f49f0" /><Relationship Type="http://schemas.openxmlformats.org/officeDocument/2006/relationships/notesSlide" Target="/ppt/notesSlides/notesSlide15.xml" Id="Rc3416ed23c8c4d02" /></Relationships>
</file>

<file path=ppt/slides/_rels/slide16.xml.rels><?xml version='1.0' encoding='UTF-8' standalone='yes'?>
<Relationships xmlns="http://schemas.openxmlformats.org/package/2006/relationships"><Relationship Type="http://schemas.openxmlformats.org/officeDocument/2006/relationships/slideLayout" Target="/ppt/slideLayouts/report_slideLayout6.xml" Id="Rce6dc82eac6f427d"/><Relationship Type="http://schemas.openxmlformats.org/officeDocument/2006/relationships/image" Target="/ppt/media/report_image.png" Id="R0a91d6c77a8f4838"/><Relationship Type="http://schemas.openxmlformats.org/officeDocument/2006/relationships/notesSlide" Target="/ppt/notesSlides/report_notesSlide1.xml" Id="Rc337b94179f3460a"/></Relationships>
</file>

<file path=ppt/slides/_rels/slide17.xml.rels><?xml version='1.0' encoding='UTF-8' standalone='yes'?>
<Relationships xmlns="http://schemas.openxmlformats.org/package/2006/relationships"><Relationship Type="http://schemas.openxmlformats.org/officeDocument/2006/relationships/slideLayout" Target="/ppt/slideLayouts/report_slideLayout6.xml" Id="R3294789e5d5d4241"/><Relationship Type="http://schemas.openxmlformats.org/officeDocument/2006/relationships/image" Target="/ppt/media/report_image2.png" Id="R987178353fce403e"/><Relationship Type="http://schemas.openxmlformats.org/officeDocument/2006/relationships/notesSlide" Target="/ppt/notesSlides/report_notesSlide2.xml" Id="Recfd775c7c924361"/></Relationships>
</file>

<file path=ppt/slides/_rels/slide18.xml.rels><?xml version='1.0' encoding='UTF-8' standalone='yes'?>
<Relationships xmlns="http://schemas.openxmlformats.org/package/2006/relationships"><Relationship Type="http://schemas.openxmlformats.org/officeDocument/2006/relationships/slideLayout" Target="/ppt/slideLayouts/report_slideLayout6.xml" Id="Rac360c410d0d44d7"/><Relationship Type="http://schemas.openxmlformats.org/officeDocument/2006/relationships/image" Target="/ppt/media/report_image3.png" Id="Rd03582ba82a94209"/><Relationship Type="http://schemas.openxmlformats.org/officeDocument/2006/relationships/notesSlide" Target="/ppt/notesSlides/report_notesSlide3.xml" Id="Rdc59fe05b8a8475a"/></Relationships>
</file>

<file path=ppt/slides/_rels/slide19.xml.rels><?xml version='1.0' encoding='UTF-8' standalone='yes'?>
<Relationships xmlns="http://schemas.openxmlformats.org/package/2006/relationships"><Relationship Type="http://schemas.openxmlformats.org/officeDocument/2006/relationships/slideLayout" Target="/ppt/slideLayouts/report_slideLayout6.xml" Id="R7f0a98a57b82463a"/><Relationship Type="http://schemas.openxmlformats.org/officeDocument/2006/relationships/image" Target="/ppt/media/report_image4.png" Id="Re857512c18994a66"/><Relationship Type="http://schemas.openxmlformats.org/officeDocument/2006/relationships/notesSlide" Target="/ppt/notesSlides/report_notesSlide4.xml" Id="Rb3a613df9c5f46ad"/></Relationships>
</file>

<file path=ppt/slides/_rels/slide20.xml.rels><?xml version='1.0' encoding='UTF-8' standalone='yes'?>
<Relationships xmlns="http://schemas.openxmlformats.org/package/2006/relationships"><Relationship Type="http://schemas.openxmlformats.org/officeDocument/2006/relationships/slideLayout" Target="/ppt/slideLayouts/report_slideLayout6.xml" Id="R56800e1561084afb"/><Relationship Type="http://schemas.openxmlformats.org/officeDocument/2006/relationships/image" Target="/ppt/media/report_image5.png" Id="R7e581925d7084892"/><Relationship Type="http://schemas.openxmlformats.org/officeDocument/2006/relationships/notesSlide" Target="/ppt/notesSlides/report_notesSlide5.xml" Id="Rb7b3dc9e68f34ed2"/></Relationships>
</file>

<file path=ppt/slides/_rels/slide21.xml.rels><?xml version='1.0' encoding='UTF-8' standalone='yes'?>
<Relationships xmlns="http://schemas.openxmlformats.org/package/2006/relationships"><Relationship Type="http://schemas.openxmlformats.org/officeDocument/2006/relationships/slideLayout" Target="/ppt/slideLayouts/report_slideLayout6.xml" Id="R75b35527ed7d44b7"/><Relationship Type="http://schemas.openxmlformats.org/officeDocument/2006/relationships/image" Target="/ppt/media/report_image6.png" Id="R3d020818ae4b4b8f"/><Relationship Type="http://schemas.openxmlformats.org/officeDocument/2006/relationships/notesSlide" Target="/ppt/notesSlides/report_notesSlide6.xml" Id="R88e9b3c853104e0e"/></Relationships>
</file>

<file path=ppt/slides/_rels/slide22.xml.rels><?xml version='1.0' encoding='UTF-8' standalone='yes'?>
<Relationships xmlns="http://schemas.openxmlformats.org/package/2006/relationships"><Relationship Type="http://schemas.openxmlformats.org/officeDocument/2006/relationships/slideLayout" Target="/ppt/slideLayouts/report_slideLayout6.xml" Id="R433804ca55524129"/><Relationship Type="http://schemas.openxmlformats.org/officeDocument/2006/relationships/image" Target="/ppt/media/report_image7.png" Id="R43a124bfd87344e2"/><Relationship Type="http://schemas.openxmlformats.org/officeDocument/2006/relationships/notesSlide" Target="/ppt/notesSlides/report_notesSlide7.xml" Id="Ra2167c161ca2462b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b482a849d14736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EB26F0-4895-417D-974D-2307A047E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rIns="0" t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32D40"/>
                </a:solidFill>
                <a:latin typeface="Noto Sans JP"/>
                <a:ea typeface="Noto Sans JP"/>
                <a:cs typeface="Noto Sans JP"/>
              </a:defRPr>
            </a:pPr>
            <a:r>
              <a:rPr sz="3000" b="1">
                <a:solidFill>
                  <a:srgbClr val="132D40"/>
                </a:solidFill>
                <a:latin typeface="Noto Sans JP"/>
                <a:ea typeface="Noto Sans JP"/>
                <a:cs typeface="Noto Sans JP"/>
              </a:rPr>
              <a:t>目的別スライド配置テンプレート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944568-01B0-41DD-A43E-EB0071550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190625"/>
            <a:ext cx="495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11430">
            <a:solidFill>
              <a:srgbClr val="087F8C"/>
            </a:solidFill>
          </a:ln>
        </p:spPr>
      </p:sp>
      <p:sp>
        <p:nvSpPr>
          <p:cNvPr id="4" name="PAGE_NUMBER">
            <a:extLst xmlns:a="http://schemas.openxmlformats.org/drawingml/2006/main">
              <a:ext uri="{FF2B5EF4-FFF2-40B4-BE49-F238E27FC236}">
                <a16:creationId xmlns:a16="http://schemas.microsoft.com/office/drawing/2014/main" id="{50B6740C-973B-439B-A726-6EB3E3FFD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95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rIns="0" t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57783"/>
                </a:solidFill>
                <a:latin typeface="Noto Sans JP"/>
                <a:ea typeface="Noto Sans JP"/>
                <a:cs typeface="Noto Sans JP"/>
              </a:defRPr>
            </a:pPr>
            <a:fld id="{11C7715F-D5CD-4DAB-B36E-12669697CF40}" type="slidenum">
              <a:rPr sz="1350" b="0">
                <a:solidFill>
                  <a:srgbClr val="657783"/>
                </a:solidFill>
                <a:latin typeface="Noto Sans JP"/>
                <a:ea typeface="Noto Sans JP"/>
                <a:cs typeface="Noto Sans JP"/>
              </a:rPr>
              <a:t>1</a:t>
            </a:fld>
            <a:r>
              <a:rPr sz="1350" b="0">
                <a:solidFill>
                  <a:srgbClr val="657783"/>
                </a:solidFill>
                <a:latin typeface="Noto Sans JP"/>
                <a:ea typeface="Noto Sans JP"/>
                <a:cs typeface="Noto Sans JP"/>
              </a:rPr>
              <a:t> / 22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60E96E-3CE6-47BC-91FC-654C8EB8F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24050"/>
            <a:ext cx="952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rIns="0" t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87F8C"/>
                </a:solidFill>
                <a:latin typeface="Noto Sans JP"/>
                <a:ea typeface="Noto Sans JP"/>
                <a:cs typeface="Noto Sans JP"/>
              </a:defRPr>
            </a:pPr>
            <a:r>
              <a:rPr sz="2850" b="1">
                <a:solidFill>
                  <a:srgbClr val="087F8C"/>
                </a:solidFill>
                <a:latin typeface="Noto Sans JP"/>
                <a:ea typeface="Noto Sans JP"/>
                <a:cs typeface="Noto Sans JP"/>
              </a:rPr>
              <a:t>説明したい内容から、構図を選ぶ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8B0188-6356-406A-B0FC-293772971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28900"/>
            <a:ext cx="1009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rIns="0" t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32D40"/>
                </a:solidFill>
                <a:latin typeface="Noto Sans JP"/>
                <a:ea typeface="Noto Sans JP"/>
                <a:cs typeface="Noto Sans JP"/>
              </a:defRPr>
            </a:pPr>
            <a:r>
              <a:rPr sz="2100" b="0">
                <a:solidFill>
                  <a:srgbClr val="132D40"/>
                </a:solidFill>
                <a:latin typeface="Noto Sans JP"/>
                <a:ea typeface="Noto Sans JP"/>
                <a:cs typeface="Noto Sans JP"/>
              </a:rPr>
              <a:t>システム説明・業務改善・導入提案のための12場面</a:t>
            </a:r>
          </a:p>
        </p:txBody>
      </p:sp>
      <p:grpSp>
        <p:nvGrpSpPr>
          <p:cNvPr id="9000" name="NODE_1"/>
          <p:cNvGrpSpPr/>
          <p:nvPr/>
        </p:nvGrpSpPr>
        <p:grpSpPr>
          <ns1:xfrm xmlns:ns1="http://schemas.openxmlformats.org/drawingml/2006/main">
            <ns1:off x="904875" y="3581400"/>
            <ns1:ext cx="1714500" cy="1495425"/>
            <ns1:chOff x="904875" y="3581400"/>
            <ns1:chExt cx="1714500" cy="1495425"/>
          </ns1:xfrm>
        </p:grpSpPr>
        <p:sp>
          <p:nvSpPr>
            <p:cNvPr id="7" name="NODE_1">
              <a:extLst xmlns:a="http://schemas.openxmlformats.org/drawingml/2006/main">
                <a:ext uri="{FF2B5EF4-FFF2-40B4-BE49-F238E27FC236}">
                  <a16:creationId xmlns:a16="http://schemas.microsoft.com/office/drawing/2014/main" id="{D2FDBC7C-47E5-482A-81E1-11DD56901BA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238250" y="3581400"/>
              <a:ext cx="1047750" cy="10477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11430">
              <a:noFill/>
            </a:ln>
          </p:spPr>
        </p:sp>
        <p:sp>
          <p:nvSpPr>
            <p:cNvPr id="9" name="NODE_1">
              <a:extLst xmlns:a="http://schemas.openxmlformats.org/drawingml/2006/main">
                <a:ext uri="{FF2B5EF4-FFF2-40B4-BE49-F238E27FC236}">
                  <a16:creationId xmlns:a16="http://schemas.microsoft.com/office/drawing/2014/main" id="{F8C4726A-6836-4792-B7EF-67B5840E447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04875" y="4676775"/>
              <a:ext cx="1714500" cy="4000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lIns="0" rIns="0" tIns="0" bIns="0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725" b="0">
                  <a:solidFill>
                    <a:srgbClr val="132D40"/>
                  </a:solidFill>
                  <a:latin typeface="Noto Sans JP"/>
                  <a:ea typeface="Noto Sans JP"/>
                  <a:cs typeface="Noto Sans JP"/>
                </a:defRPr>
              </a:pPr>
              <a:r>
                <a:rPr sz="1725" b="0">
                  <a:solidFill>
                    <a:srgbClr val="132D40"/>
                  </a:solidFill>
                  <a:latin typeface="Noto Sans JP"/>
                  <a:ea typeface="Noto Sans JP"/>
                  <a:cs typeface="Noto Sans JP"/>
                </a:rPr>
                <a:t>施設</a:t>
              </a:r>
            </a:p>
          </p:txBody>
        </p:sp>
      </p:grp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597b57b6564484"/>
          <a:stretch xmlns:a="http://schemas.openxmlformats.org/drawingml/2006/main"/>
        </p:blipFill>
        <p:spPr>
          <a:xfrm xmlns:a="http://schemas.openxmlformats.org/drawingml/2006/main">
            <a:off x="1238250" y="3614240"/>
            <a:ext cx="1047750" cy="982070"/>
          </a:xfrm>
          <a:prstGeom xmlns:a="http://schemas.openxmlformats.org/drawingml/2006/main" prst="rect">
            <a:avLst/>
          </a:prstGeom>
        </p:spPr>
      </p:pic>
      <p:grpSp>
        <p:nvGrpSpPr>
          <p:cNvPr id="9001" name="NODE_2"/>
          <p:cNvGrpSpPr/>
          <p:nvPr/>
        </p:nvGrpSpPr>
        <p:grpSpPr>
          <ns1:xfrm xmlns:ns1="http://schemas.openxmlformats.org/drawingml/2006/main">
            <ns1:off x="3190875" y="3581400"/>
            <ns1:ext cx="1714500" cy="1495425"/>
            <ns1:chOff x="3190875" y="3581400"/>
            <ns1:chExt cx="1714500" cy="1495425"/>
          </ns1:xfrm>
        </p:grpSpPr>
        <p:sp>
          <p:nvSpPr>
            <p:cNvPr id="10" name="NODE_2">
              <a:extLst xmlns:a="http://schemas.openxmlformats.org/drawingml/2006/main">
                <a:ext uri="{FF2B5EF4-FFF2-40B4-BE49-F238E27FC236}">
                  <a16:creationId xmlns:a16="http://schemas.microsoft.com/office/drawing/2014/main" id="{B9E6F738-0E45-49E3-B48D-3ED2E61BEC0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524250" y="3581400"/>
              <a:ext cx="1047750" cy="10477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11430">
              <a:noFill/>
            </a:ln>
          </p:spPr>
        </p:sp>
        <p:sp>
          <p:nvSpPr>
            <p:cNvPr id="12" name="NODE_2">
              <a:extLst xmlns:a="http://schemas.openxmlformats.org/drawingml/2006/main">
                <a:ext uri="{FF2B5EF4-FFF2-40B4-BE49-F238E27FC236}">
                  <a16:creationId xmlns:a16="http://schemas.microsoft.com/office/drawing/2014/main" id="{937B1D92-9181-485E-AD89-47607B5A00F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190875" y="4676775"/>
              <a:ext cx="1714500" cy="4000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lIns="0" rIns="0" tIns="0" bIns="0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725" b="0">
                  <a:solidFill>
                    <a:srgbClr val="132D40"/>
                  </a:solidFill>
                  <a:latin typeface="Noto Sans JP"/>
                  <a:ea typeface="Noto Sans JP"/>
                  <a:cs typeface="Noto Sans JP"/>
                </a:defRPr>
              </a:pPr>
              <a:r>
                <a:rPr sz="1725" b="0">
                  <a:solidFill>
                    <a:srgbClr val="132D40"/>
                  </a:solidFill>
                  <a:latin typeface="Noto Sans JP"/>
                  <a:ea typeface="Noto Sans JP"/>
                  <a:cs typeface="Noto Sans JP"/>
                </a:rPr>
                <a:t>計器</a:t>
              </a:r>
            </a:p>
          </p:txBody>
        </p:sp>
      </p:grp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fd6c6991b348be"/>
          <a:stretch xmlns:a="http://schemas.openxmlformats.org/drawingml/2006/main"/>
        </p:blipFill>
        <p:spPr>
          <a:xfrm xmlns:a="http://schemas.openxmlformats.org/drawingml/2006/main">
            <a:off x="3553847" y="3581400"/>
            <a:ext cx="988555" cy="1047750"/>
          </a:xfrm>
          <a:prstGeom xmlns:a="http://schemas.openxmlformats.org/drawingml/2006/main" prst="rect">
            <a:avLst/>
          </a:prstGeom>
        </p:spPr>
      </p:pic>
      <p:grpSp>
        <p:nvGrpSpPr>
          <p:cNvPr id="9002" name="NODE_3"/>
          <p:cNvGrpSpPr/>
          <p:nvPr/>
        </p:nvGrpSpPr>
        <p:grpSpPr>
          <ns1:xfrm xmlns:ns1="http://schemas.openxmlformats.org/drawingml/2006/main">
            <ns1:off x="5476875" y="3581400"/>
            <ns1:ext cx="1714500" cy="1495425"/>
            <ns1:chOff x="5476875" y="3581400"/>
            <ns1:chExt cx="1714500" cy="1495425"/>
          </ns1:xfrm>
        </p:grpSpPr>
        <p:sp>
          <p:nvSpPr>
            <p:cNvPr id="13" name="NODE_3">
              <a:extLst xmlns:a="http://schemas.openxmlformats.org/drawingml/2006/main">
                <a:ext uri="{FF2B5EF4-FFF2-40B4-BE49-F238E27FC236}">
                  <a16:creationId xmlns:a16="http://schemas.microsoft.com/office/drawing/2014/main" id="{2B9DDB61-2E77-4D38-990A-C01B0860FDB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810250" y="3581400"/>
              <a:ext cx="1047750" cy="10477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11430">
              <a:noFill/>
            </a:ln>
          </p:spPr>
        </p:sp>
        <p:sp>
          <p:nvSpPr>
            <p:cNvPr id="15" name="NODE_3">
              <a:extLst xmlns:a="http://schemas.openxmlformats.org/drawingml/2006/main">
                <a:ext uri="{FF2B5EF4-FFF2-40B4-BE49-F238E27FC236}">
                  <a16:creationId xmlns:a16="http://schemas.microsoft.com/office/drawing/2014/main" id="{C0A3429C-EB75-439C-BD5C-385F70E5DD7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476875" y="4676775"/>
              <a:ext cx="1714500" cy="4000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lIns="0" rIns="0" tIns="0" bIns="0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725" b="0">
                  <a:solidFill>
                    <a:srgbClr val="132D40"/>
                  </a:solidFill>
                  <a:latin typeface="Noto Sans JP"/>
                  <a:ea typeface="Noto Sans JP"/>
                  <a:cs typeface="Noto Sans JP"/>
                </a:defRPr>
              </a:pPr>
              <a:r>
                <a:rPr sz="1725" b="0">
                  <a:solidFill>
                    <a:srgbClr val="132D40"/>
                  </a:solidFill>
                  <a:latin typeface="Noto Sans JP"/>
                  <a:ea typeface="Noto Sans JP"/>
                  <a:cs typeface="Noto Sans JP"/>
                </a:rPr>
                <a:t>通信</a:t>
              </a:r>
            </a:p>
          </p:txBody>
        </p:sp>
      </p:grp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e2f27fd7e64f7c"/>
          <a:stretch xmlns:a="http://schemas.openxmlformats.org/drawingml/2006/main"/>
        </p:blipFill>
        <p:spPr>
          <a:xfrm xmlns:a="http://schemas.openxmlformats.org/drawingml/2006/main">
            <a:off x="5810250" y="3652913"/>
            <a:ext cx="1047750" cy="904724"/>
          </a:xfrm>
          <a:prstGeom xmlns:a="http://schemas.openxmlformats.org/drawingml/2006/main" prst="rect">
            <a:avLst/>
          </a:prstGeom>
        </p:spPr>
      </p:pic>
      <p:grpSp>
        <p:nvGrpSpPr>
          <p:cNvPr id="9003" name="NODE_4"/>
          <p:cNvGrpSpPr/>
          <p:nvPr/>
        </p:nvGrpSpPr>
        <p:grpSpPr>
          <ns1:xfrm xmlns:ns1="http://schemas.openxmlformats.org/drawingml/2006/main">
            <ns1:off x="7762875" y="3581400"/>
            <ns1:ext cx="1714500" cy="1495425"/>
            <ns1:chOff x="7762875" y="3581400"/>
            <ns1:chExt cx="1714500" cy="1495425"/>
          </ns1:xfrm>
        </p:grpSpPr>
        <p:sp>
          <p:nvSpPr>
            <p:cNvPr id="16" name="NODE_4">
              <a:extLst xmlns:a="http://schemas.openxmlformats.org/drawingml/2006/main">
                <a:ext uri="{FF2B5EF4-FFF2-40B4-BE49-F238E27FC236}">
                  <a16:creationId xmlns:a16="http://schemas.microsoft.com/office/drawing/2014/main" id="{FC0BE203-340E-4B4F-8A11-8367BA6C997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096250" y="3581400"/>
              <a:ext cx="1047750" cy="10477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11430">
              <a:noFill/>
            </a:ln>
          </p:spPr>
        </p:sp>
        <p:sp>
          <p:nvSpPr>
            <p:cNvPr id="18" name="NODE_4">
              <a:extLst xmlns:a="http://schemas.openxmlformats.org/drawingml/2006/main">
                <a:ext uri="{FF2B5EF4-FFF2-40B4-BE49-F238E27FC236}">
                  <a16:creationId xmlns:a16="http://schemas.microsoft.com/office/drawing/2014/main" id="{9A54E70F-395B-4DAF-BCD2-18BE391E9CA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762875" y="4676775"/>
              <a:ext cx="1714500" cy="4000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lIns="0" rIns="0" tIns="0" bIns="0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725" b="0">
                  <a:solidFill>
                    <a:srgbClr val="132D40"/>
                  </a:solidFill>
                  <a:latin typeface="Noto Sans JP"/>
                  <a:ea typeface="Noto Sans JP"/>
                  <a:cs typeface="Noto Sans JP"/>
                </a:defRPr>
              </a:pPr>
              <a:r>
                <a:rPr sz="1725" b="0">
                  <a:solidFill>
                    <a:srgbClr val="132D40"/>
                  </a:solidFill>
                  <a:latin typeface="Noto Sans JP"/>
                  <a:ea typeface="Noto Sans JP"/>
                  <a:cs typeface="Noto Sans JP"/>
                </a:rPr>
                <a:t>利用者</a:t>
              </a:r>
            </a:p>
          </p:txBody>
        </p:sp>
      </p:grp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ddde1b50e24164"/>
          <a:stretch xmlns:a="http://schemas.openxmlformats.org/drawingml/2006/main"/>
        </p:blipFill>
        <p:spPr>
          <a:xfrm xmlns:a="http://schemas.openxmlformats.org/drawingml/2006/main">
            <a:off x="8108989" y="3581400"/>
            <a:ext cx="1022273" cy="1047750"/>
          </a:xfrm>
          <a:prstGeom xmlns:a="http://schemas.openxmlformats.org/drawingml/2006/main" prst="rect">
            <a:avLst/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6E27E86-9C38-40A0-8728-4FAE10EB2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4019550"/>
            <a:ext cx="581025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solidFill>
              <a:srgbClr val="087F8C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398A2DE-A47D-4A33-BA8C-4B10124F2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4019550"/>
            <a:ext cx="581025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solidFill>
              <a:srgbClr val="087F8C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0857F50-915F-4632-B82E-F258CDE8E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4019550"/>
            <a:ext cx="581025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solidFill>
              <a:srgbClr val="087F8C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2A021EF-36B4-4A21-8494-C6D0DF97A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781675"/>
            <a:ext cx="952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rIns="0" t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57783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0">
                <a:solidFill>
                  <a:srgbClr val="657783"/>
                </a:solidFill>
                <a:latin typeface="Noto Sans JP"/>
                <a:ea typeface="Noto Sans JP"/>
                <a:cs typeface="Noto Sans JP"/>
              </a:rPr>
              <a:t>図・文字・矢印を差し替えて、自分の資料に使えます</a:t>
            </a:r>
          </a:p>
        </p:txBody>
      </p:sp>
    </p:spTree>
    <p:extLst>
      <p:ext uri="{BB962C8B-B14F-4D97-AF65-F5344CB8AC3E}">
        <p14:creationId xmlns:p14="http://schemas.microsoft.com/office/powerpoint/2010/main" val="48834758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af6e438e2643d2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E15D3C-A1D3-4333-B752-E6F81D1C9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rIns="0" t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32D40"/>
                </a:solidFill>
                <a:latin typeface="Noto Sans JP"/>
                <a:ea typeface="Noto Sans JP"/>
                <a:cs typeface="Noto Sans JP"/>
              </a:defRPr>
            </a:pPr>
            <a:r>
              <a:rPr sz="3000" b="1">
                <a:solidFill>
                  <a:srgbClr val="132D40"/>
                </a:solidFill>
                <a:latin typeface="Noto Sans JP"/>
                <a:ea typeface="Noto Sans JP"/>
                <a:cs typeface="Noto Sans JP"/>
              </a:rPr>
              <a:t>場面から選ぶ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B8E5F4-8786-4DC2-AC03-0BC42BBB0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190625"/>
            <a:ext cx="495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11430">
            <a:solidFill>
              <a:srgbClr val="087F8C"/>
            </a:solidFill>
          </a:ln>
        </p:spPr>
      </p:sp>
      <p:sp>
        <p:nvSpPr>
          <p:cNvPr id="4" name="PAGE_NUMBER">
            <a:extLst xmlns:a="http://schemas.openxmlformats.org/drawingml/2006/main">
              <a:ext uri="{FF2B5EF4-FFF2-40B4-BE49-F238E27FC236}">
                <a16:creationId xmlns:a16="http://schemas.microsoft.com/office/drawing/2014/main" id="{EB881FA0-0590-44EA-9A15-003F6873B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95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rIns="0" t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57783"/>
                </a:solidFill>
                <a:latin typeface="Noto Sans JP"/>
                <a:ea typeface="Noto Sans JP"/>
                <a:cs typeface="Noto Sans JP"/>
              </a:defRPr>
            </a:pPr>
            <a:fld id="{10B61569-AFBC-4FB2-AF99-70828393FD0F}" type="slidenum">
              <a:rPr sz="1350" b="0">
                <a:solidFill>
                  <a:srgbClr val="657783"/>
                </a:solidFill>
                <a:latin typeface="Noto Sans JP"/>
                <a:ea typeface="Noto Sans JP"/>
                <a:cs typeface="Noto Sans JP"/>
              </a:rPr>
              <a:t>2</a:t>
            </a:fld>
            <a:r>
              <a:rPr sz="1350" b="0">
                <a:solidFill>
                  <a:srgbClr val="657783"/>
                </a:solidFill>
                <a:latin typeface="Noto Sans JP"/>
                <a:ea typeface="Noto Sans JP"/>
                <a:cs typeface="Noto Sans JP"/>
              </a:rPr>
              <a:t> / 22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3F2B8E-A50D-4402-9B0A-F10A980B9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14475"/>
            <a:ext cx="552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rIns="0" t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87F8C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1">
                <a:solidFill>
                  <a:srgbClr val="087F8C"/>
                </a:solidFill>
                <a:latin typeface="Noto Sans JP"/>
                <a:ea typeface="Noto Sans JP"/>
                <a:cs typeface="Noto Sans JP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5A4A62-9AA3-42E9-93D6-3840A4EC3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514475"/>
            <a:ext cx="442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rIns="0" t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32D40"/>
                </a:solidFill>
                <a:latin typeface="Noto Sans JP"/>
                <a:ea typeface="Noto Sans JP"/>
                <a:cs typeface="Noto Sans JP"/>
              </a:defRPr>
            </a:pPr>
            <a:r>
              <a:rPr sz="1950" b="1">
                <a:solidFill>
                  <a:srgbClr val="132D40"/>
                </a:solidFill>
                <a:latin typeface="Noto Sans JP"/>
                <a:ea typeface="Noto Sans JP"/>
                <a:cs typeface="Noto Sans JP"/>
              </a:rPr>
              <a:t>システムフロー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66266C-458F-4770-B86A-36FB64F30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828800"/>
            <a:ext cx="44291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rIns="0" t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57783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0">
                <a:solidFill>
                  <a:srgbClr val="657783"/>
                </a:solidFill>
                <a:latin typeface="Noto Sans JP"/>
                <a:ea typeface="Noto Sans JP"/>
                <a:cs typeface="Noto Sans JP"/>
              </a:rPr>
              <a:t>設備のデータがどこへ届くか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04FCC3-522E-4A93-A905-65DD6D477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33600"/>
            <a:ext cx="552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rIns="0" t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87F8C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1">
                <a:solidFill>
                  <a:srgbClr val="087F8C"/>
                </a:solidFill>
                <a:latin typeface="Noto Sans JP"/>
                <a:ea typeface="Noto Sans JP"/>
                <a:cs typeface="Noto Sans JP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154E26-8D61-4FF8-A3A6-7ED8C6898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133600"/>
            <a:ext cx="442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rIns="0" t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32D40"/>
                </a:solidFill>
                <a:latin typeface="Noto Sans JP"/>
                <a:ea typeface="Noto Sans JP"/>
                <a:cs typeface="Noto Sans JP"/>
              </a:defRPr>
            </a:pPr>
            <a:r>
              <a:rPr sz="1950" b="1">
                <a:solidFill>
                  <a:srgbClr val="132D40"/>
                </a:solidFill>
                <a:latin typeface="Noto Sans JP"/>
                <a:ea typeface="Noto Sans JP"/>
                <a:cs typeface="Noto Sans JP"/>
              </a:rPr>
              <a:t>業務フロー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C3F7CF-48AD-4BB4-A441-8062658E1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447925"/>
            <a:ext cx="44291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rIns="0" t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57783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0">
                <a:solidFill>
                  <a:srgbClr val="657783"/>
                </a:solidFill>
                <a:latin typeface="Noto Sans JP"/>
                <a:ea typeface="Noto Sans JP"/>
                <a:cs typeface="Noto Sans JP"/>
              </a:rPr>
              <a:t>担当と作業順序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43BD83-1C28-44EF-B967-E66676388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52725"/>
            <a:ext cx="552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rIns="0" t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87F8C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1">
                <a:solidFill>
                  <a:srgbClr val="087F8C"/>
                </a:solidFill>
                <a:latin typeface="Noto Sans JP"/>
                <a:ea typeface="Noto Sans JP"/>
                <a:cs typeface="Noto Sans JP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5B0702-41AD-4D71-AAC2-31749B0C0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752725"/>
            <a:ext cx="442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rIns="0" t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32D40"/>
                </a:solidFill>
                <a:latin typeface="Noto Sans JP"/>
                <a:ea typeface="Noto Sans JP"/>
                <a:cs typeface="Noto Sans JP"/>
              </a:defRPr>
            </a:pPr>
            <a:r>
              <a:rPr sz="1950" b="1">
                <a:solidFill>
                  <a:srgbClr val="132D40"/>
                </a:solidFill>
                <a:latin typeface="Noto Sans JP"/>
                <a:ea typeface="Noto Sans JP"/>
                <a:cs typeface="Noto Sans JP"/>
              </a:rPr>
              <a:t>障害対応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EACF46-4D66-4F06-A6DD-D2DA622FA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067050"/>
            <a:ext cx="44291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rIns="0" t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57783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0">
                <a:solidFill>
                  <a:srgbClr val="657783"/>
                </a:solidFill>
                <a:latin typeface="Noto Sans JP"/>
                <a:ea typeface="Noto Sans JP"/>
                <a:cs typeface="Noto Sans JP"/>
              </a:rPr>
              <a:t>判断の分岐と復旧手順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6C2026-23D8-405C-9844-22613B8F4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71850"/>
            <a:ext cx="552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rIns="0" t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87F8C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1">
                <a:solidFill>
                  <a:srgbClr val="087F8C"/>
                </a:solidFill>
                <a:latin typeface="Noto Sans JP"/>
                <a:ea typeface="Noto Sans JP"/>
                <a:cs typeface="Noto Sans JP"/>
              </a:rPr>
              <a:t>04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25A0D0-135F-45AA-A9D1-2E5E8B129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371850"/>
            <a:ext cx="442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rIns="0" t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32D40"/>
                </a:solidFill>
                <a:latin typeface="Noto Sans JP"/>
                <a:ea typeface="Noto Sans JP"/>
                <a:cs typeface="Noto Sans JP"/>
              </a:defRPr>
            </a:pPr>
            <a:r>
              <a:rPr sz="1950" b="1">
                <a:solidFill>
                  <a:srgbClr val="132D40"/>
                </a:solidFill>
                <a:latin typeface="Noto Sans JP"/>
                <a:ea typeface="Noto Sans JP"/>
                <a:cs typeface="Noto Sans JP"/>
              </a:rPr>
              <a:t>導入前・導入後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32A584-6831-4680-B824-BF2EA5EA5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686175"/>
            <a:ext cx="44291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rIns="0" t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57783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0">
                <a:solidFill>
                  <a:srgbClr val="657783"/>
                </a:solidFill>
                <a:latin typeface="Noto Sans JP"/>
                <a:ea typeface="Noto Sans JP"/>
                <a:cs typeface="Noto Sans JP"/>
              </a:rPr>
              <a:t>運用がどう変わるか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76EB5A-519E-456B-8ABE-2EF3800EA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90975"/>
            <a:ext cx="552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rIns="0" t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87F8C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1">
                <a:solidFill>
                  <a:srgbClr val="087F8C"/>
                </a:solidFill>
                <a:latin typeface="Noto Sans JP"/>
                <a:ea typeface="Noto Sans JP"/>
                <a:cs typeface="Noto Sans JP"/>
              </a:rPr>
              <a:t>05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31A9DC-97DD-4133-B4F0-083297EF5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990975"/>
            <a:ext cx="442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rIns="0" t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32D40"/>
                </a:solidFill>
                <a:latin typeface="Noto Sans JP"/>
                <a:ea typeface="Noto Sans JP"/>
                <a:cs typeface="Noto Sans JP"/>
              </a:defRPr>
            </a:pPr>
            <a:r>
              <a:rPr sz="1950" b="1">
                <a:solidFill>
                  <a:srgbClr val="132D40"/>
                </a:solidFill>
                <a:latin typeface="Noto Sans JP"/>
                <a:ea typeface="Noto Sans JP"/>
                <a:cs typeface="Noto Sans JP"/>
              </a:rPr>
              <a:t>課題と対策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61A4F08-8861-4222-B3F2-7725511BB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305300"/>
            <a:ext cx="44291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rIns="0" t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57783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0">
                <a:solidFill>
                  <a:srgbClr val="657783"/>
                </a:solidFill>
                <a:latin typeface="Noto Sans JP"/>
                <a:ea typeface="Noto Sans JP"/>
                <a:cs typeface="Noto Sans JP"/>
              </a:rPr>
              <a:t>課題に対応する改善策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A158A14-DAFE-45FF-9B8C-FB94C3FB5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10100"/>
            <a:ext cx="552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rIns="0" t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87F8C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1">
                <a:solidFill>
                  <a:srgbClr val="087F8C"/>
                </a:solidFill>
                <a:latin typeface="Noto Sans JP"/>
                <a:ea typeface="Noto Sans JP"/>
                <a:cs typeface="Noto Sans JP"/>
              </a:rPr>
              <a:t>06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C24AC1C-2E57-453A-8F25-3A54E787E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610100"/>
            <a:ext cx="442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rIns="0" t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32D40"/>
                </a:solidFill>
                <a:latin typeface="Noto Sans JP"/>
                <a:ea typeface="Noto Sans JP"/>
                <a:cs typeface="Noto Sans JP"/>
              </a:defRPr>
            </a:pPr>
            <a:r>
              <a:rPr sz="1950" b="1">
                <a:solidFill>
                  <a:srgbClr val="132D40"/>
                </a:solidFill>
                <a:latin typeface="Noto Sans JP"/>
                <a:ea typeface="Noto Sans JP"/>
                <a:cs typeface="Noto Sans JP"/>
              </a:rPr>
              <a:t>選択肢の比較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DB080F1-515D-4117-A2A7-CCBB46B4F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924425"/>
            <a:ext cx="44291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rIns="0" t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57783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0">
                <a:solidFill>
                  <a:srgbClr val="657783"/>
                </a:solidFill>
                <a:latin typeface="Noto Sans JP"/>
                <a:ea typeface="Noto Sans JP"/>
                <a:cs typeface="Noto Sans JP"/>
              </a:rPr>
              <a:t>同じ軸で案を比べる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BBABBCF-87A0-40F0-8888-C7063F897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514475"/>
            <a:ext cx="552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rIns="0" t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87F8C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1">
                <a:solidFill>
                  <a:srgbClr val="087F8C"/>
                </a:solidFill>
                <a:latin typeface="Noto Sans JP"/>
                <a:ea typeface="Noto Sans JP"/>
                <a:cs typeface="Noto Sans JP"/>
              </a:rPr>
              <a:t>07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59F8609-FB86-407B-904A-1031E4C4C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1514475"/>
            <a:ext cx="442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rIns="0" t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32D40"/>
                </a:solidFill>
                <a:latin typeface="Noto Sans JP"/>
                <a:ea typeface="Noto Sans JP"/>
                <a:cs typeface="Noto Sans JP"/>
              </a:defRPr>
            </a:pPr>
            <a:r>
              <a:rPr sz="1950" b="1">
                <a:solidFill>
                  <a:srgbClr val="132D40"/>
                </a:solidFill>
                <a:latin typeface="Noto Sans JP"/>
                <a:ea typeface="Noto Sans JP"/>
                <a:cs typeface="Noto Sans JP"/>
              </a:rPr>
              <a:t>導入スケジュール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4609E39-1198-40B3-AE50-2DD66FB3E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1828800"/>
            <a:ext cx="44291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rIns="0" t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57783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0">
                <a:solidFill>
                  <a:srgbClr val="657783"/>
                </a:solidFill>
                <a:latin typeface="Noto Sans JP"/>
                <a:ea typeface="Noto Sans JP"/>
                <a:cs typeface="Noto Sans JP"/>
              </a:rPr>
              <a:t>段階と到達条件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8C4D416-4969-4C01-83FE-61276D3C4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133600"/>
            <a:ext cx="552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rIns="0" t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87F8C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1">
                <a:solidFill>
                  <a:srgbClr val="087F8C"/>
                </a:solidFill>
                <a:latin typeface="Noto Sans JP"/>
                <a:ea typeface="Noto Sans JP"/>
                <a:cs typeface="Noto Sans JP"/>
              </a:rPr>
              <a:t>08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BC84782-EAEA-480D-9188-EFD9D45D2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2133600"/>
            <a:ext cx="442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rIns="0" t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32D40"/>
                </a:solidFill>
                <a:latin typeface="Noto Sans JP"/>
                <a:ea typeface="Noto Sans JP"/>
                <a:cs typeface="Noto Sans JP"/>
              </a:defRPr>
            </a:pPr>
            <a:r>
              <a:rPr sz="1950" b="1">
                <a:solidFill>
                  <a:srgbClr val="132D40"/>
                </a:solidFill>
                <a:latin typeface="Noto Sans JP"/>
                <a:ea typeface="Noto Sans JP"/>
                <a:cs typeface="Noto Sans JP"/>
              </a:rPr>
              <a:t>役割と連携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CDDDD23-E2CD-495C-B180-BAE3CC213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2447925"/>
            <a:ext cx="44291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rIns="0" t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57783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0">
                <a:solidFill>
                  <a:srgbClr val="657783"/>
                </a:solidFill>
                <a:latin typeface="Noto Sans JP"/>
                <a:ea typeface="Noto Sans JP"/>
                <a:cs typeface="Noto Sans JP"/>
              </a:rPr>
              <a:t>誰が何を担当するか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EF56FAE-6EDE-4F2B-8A45-D84E913AB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752725"/>
            <a:ext cx="552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rIns="0" t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87F8C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1">
                <a:solidFill>
                  <a:srgbClr val="087F8C"/>
                </a:solidFill>
                <a:latin typeface="Noto Sans JP"/>
                <a:ea typeface="Noto Sans JP"/>
                <a:cs typeface="Noto Sans JP"/>
              </a:rPr>
              <a:t>09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4E0A78E-B5E1-44BE-8026-31381D4A3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2752725"/>
            <a:ext cx="442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rIns="0" t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32D40"/>
                </a:solidFill>
                <a:latin typeface="Noto Sans JP"/>
                <a:ea typeface="Noto Sans JP"/>
                <a:cs typeface="Noto Sans JP"/>
              </a:defRPr>
            </a:pPr>
            <a:r>
              <a:rPr sz="1950" b="1">
                <a:solidFill>
                  <a:srgbClr val="132D40"/>
                </a:solidFill>
                <a:latin typeface="Noto Sans JP"/>
                <a:ea typeface="Noto Sans JP"/>
                <a:cs typeface="Noto Sans JP"/>
              </a:rPr>
              <a:t>システム全体構成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762A0F6-F70F-4D99-90A2-ED29C3688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3067050"/>
            <a:ext cx="44291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rIns="0" t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57783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0">
                <a:solidFill>
                  <a:srgbClr val="657783"/>
                </a:solidFill>
                <a:latin typeface="Noto Sans JP"/>
                <a:ea typeface="Noto Sans JP"/>
                <a:cs typeface="Noto Sans JP"/>
              </a:rPr>
              <a:t>利用者・処理・保存の関係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BF957B8-00BB-4993-8F43-CB5858F0F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371850"/>
            <a:ext cx="552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rIns="0" t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87F8C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1">
                <a:solidFill>
                  <a:srgbClr val="087F8C"/>
                </a:solidFill>
                <a:latin typeface="Noto Sans JP"/>
                <a:ea typeface="Noto Sans JP"/>
                <a:cs typeface="Noto Sans JP"/>
              </a:rPr>
              <a:t>10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2FBA438-A0E6-4BFB-9747-5E85EF1B1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3371850"/>
            <a:ext cx="442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rIns="0" t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32D40"/>
                </a:solidFill>
                <a:latin typeface="Noto Sans JP"/>
                <a:ea typeface="Noto Sans JP"/>
                <a:cs typeface="Noto Sans JP"/>
              </a:defRPr>
            </a:pPr>
            <a:r>
              <a:rPr sz="1950" b="1">
                <a:solidFill>
                  <a:srgbClr val="132D40"/>
                </a:solidFill>
                <a:latin typeface="Noto Sans JP"/>
                <a:ea typeface="Noto Sans JP"/>
                <a:cs typeface="Noto Sans JP"/>
              </a:rPr>
              <a:t>監視と通知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FFDCA6F-8029-4D89-A973-32D97A7D1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3686175"/>
            <a:ext cx="44291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rIns="0" t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57783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0">
                <a:solidFill>
                  <a:srgbClr val="657783"/>
                </a:solidFill>
                <a:latin typeface="Noto Sans JP"/>
                <a:ea typeface="Noto Sans JP"/>
                <a:cs typeface="Noto Sans JP"/>
              </a:rPr>
              <a:t>正常・注意・異常の扱い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0EE101C-FE2C-4F9D-8FB7-8D555F497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990975"/>
            <a:ext cx="552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rIns="0" t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87F8C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1">
                <a:solidFill>
                  <a:srgbClr val="087F8C"/>
                </a:solidFill>
                <a:latin typeface="Noto Sans JP"/>
                <a:ea typeface="Noto Sans JP"/>
                <a:cs typeface="Noto Sans JP"/>
              </a:rPr>
              <a:t>11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D902890-97B7-4F82-963D-30F086F00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3990975"/>
            <a:ext cx="442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rIns="0" t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32D40"/>
                </a:solidFill>
                <a:latin typeface="Noto Sans JP"/>
                <a:ea typeface="Noto Sans JP"/>
                <a:cs typeface="Noto Sans JP"/>
              </a:defRPr>
            </a:pPr>
            <a:r>
              <a:rPr sz="1950" b="1">
                <a:solidFill>
                  <a:srgbClr val="132D40"/>
                </a:solidFill>
                <a:latin typeface="Noto Sans JP"/>
                <a:ea typeface="Noto Sans JP"/>
                <a:cs typeface="Noto Sans JP"/>
              </a:rPr>
              <a:t>画面遷移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80EA953-0EF3-4FEE-B21E-6E4DE9175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4305300"/>
            <a:ext cx="44291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rIns="0" t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57783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0">
                <a:solidFill>
                  <a:srgbClr val="657783"/>
                </a:solidFill>
                <a:latin typeface="Noto Sans JP"/>
                <a:ea typeface="Noto Sans JP"/>
                <a:cs typeface="Noto Sans JP"/>
              </a:rPr>
              <a:t>利用者の操作と戻り先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6DBA0DA-7E5F-49B3-9D89-9A60354E8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610100"/>
            <a:ext cx="552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rIns="0" t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87F8C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1">
                <a:solidFill>
                  <a:srgbClr val="087F8C"/>
                </a:solidFill>
                <a:latin typeface="Noto Sans JP"/>
                <a:ea typeface="Noto Sans JP"/>
                <a:cs typeface="Noto Sans JP"/>
              </a:rPr>
              <a:t>12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FA2259F-9B3B-4B68-A49B-E7878044B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4610100"/>
            <a:ext cx="442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rIns="0" t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32D40"/>
                </a:solidFill>
                <a:latin typeface="Noto Sans JP"/>
                <a:ea typeface="Noto Sans JP"/>
                <a:cs typeface="Noto Sans JP"/>
              </a:defRPr>
            </a:pPr>
            <a:r>
              <a:rPr sz="1950" b="1">
                <a:solidFill>
                  <a:srgbClr val="132D40"/>
                </a:solidFill>
                <a:latin typeface="Noto Sans JP"/>
                <a:ea typeface="Noto Sans JP"/>
                <a:cs typeface="Noto Sans JP"/>
              </a:rPr>
              <a:t>提案と承認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2077E44-0DA9-469A-8B72-33A78AB52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4924425"/>
            <a:ext cx="44291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rIns="0" t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57783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0">
                <a:solidFill>
                  <a:srgbClr val="657783"/>
                </a:solidFill>
                <a:latin typeface="Noto Sans JP"/>
                <a:ea typeface="Noto Sans JP"/>
                <a:cs typeface="Noto Sans JP"/>
              </a:rPr>
              <a:t>根拠から判断事項まで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32B5112-0346-4360-9E3D-7BCC3E16A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905500"/>
            <a:ext cx="10382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rIns="0" t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87F8C"/>
                </a:solidFill>
                <a:latin typeface="Noto Sans JP"/>
                <a:ea typeface="Noto Sans JP"/>
                <a:cs typeface="Noto Sans JP"/>
              </a:defRPr>
            </a:pPr>
            <a:r>
              <a:rPr sz="1725" b="0">
                <a:solidFill>
                  <a:srgbClr val="087F8C"/>
                </a:solidFill>
                <a:latin typeface="Noto Sans JP"/>
                <a:ea typeface="Noto Sans JP"/>
                <a:cs typeface="Noto Sans JP"/>
              </a:rPr>
              <a:t>使い方：ページを複製 → 内容を差し替え → 下部の使い方説明を削除</a:t>
            </a:r>
          </a:p>
        </p:txBody>
      </p:sp>
    </p:spTree>
    <p:extLst>
      <p:ext uri="{BB962C8B-B14F-4D97-AF65-F5344CB8AC3E}">
        <p14:creationId xmlns:p14="http://schemas.microsoft.com/office/powerpoint/2010/main" val="83552398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827d5f99064488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B649D4-0D94-4D3C-8A0A-86187D521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rIns="0" t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32D40"/>
                </a:solidFill>
                <a:latin typeface="Noto Sans JP"/>
                <a:ea typeface="Noto Sans JP"/>
                <a:cs typeface="Noto Sans JP"/>
              </a:defRPr>
            </a:pPr>
            <a:r>
              <a:rPr sz="3000" b="1">
                <a:solidFill>
                  <a:srgbClr val="132D40"/>
                </a:solidFill>
                <a:latin typeface="Noto Sans JP"/>
                <a:ea typeface="Noto Sans JP"/>
                <a:cs typeface="Noto Sans JP"/>
              </a:rPr>
              <a:t>01  システムフロー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5EC3C1-2406-47FD-8DDE-E1DD84E69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190625"/>
            <a:ext cx="495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11430">
            <a:solidFill>
              <a:srgbClr val="087F8C"/>
            </a:solidFill>
          </a:ln>
        </p:spPr>
      </p:sp>
      <p:sp>
        <p:nvSpPr>
          <p:cNvPr id="4" name="PAGE_NUMBER">
            <a:extLst xmlns:a="http://schemas.openxmlformats.org/drawingml/2006/main">
              <a:ext uri="{FF2B5EF4-FFF2-40B4-BE49-F238E27FC236}">
                <a16:creationId xmlns:a16="http://schemas.microsoft.com/office/drawing/2014/main" id="{D3929919-5B71-4610-B027-B79BAAF9A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95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rIns="0" t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57783"/>
                </a:solidFill>
                <a:latin typeface="Noto Sans JP"/>
                <a:ea typeface="Noto Sans JP"/>
                <a:cs typeface="Noto Sans JP"/>
              </a:defRPr>
            </a:pPr>
            <a:fld id="{2CEF87EE-C739-40FE-9BAE-AA3F09B2BB40}" type="slidenum">
              <a:rPr sz="1350" b="0">
                <a:solidFill>
                  <a:srgbClr val="657783"/>
                </a:solidFill>
                <a:latin typeface="Noto Sans JP"/>
                <a:ea typeface="Noto Sans JP"/>
                <a:cs typeface="Noto Sans JP"/>
              </a:rPr>
              <a:t>3</a:t>
            </a:fld>
            <a:r>
              <a:rPr sz="1350" b="0">
                <a:solidFill>
                  <a:srgbClr val="657783"/>
                </a:solidFill>
                <a:latin typeface="Noto Sans JP"/>
                <a:ea typeface="Noto Sans JP"/>
                <a:cs typeface="Noto Sans JP"/>
              </a:rPr>
              <a:t> / 22</a:t>
            </a:r>
          </a:p>
        </p:txBody>
      </p:sp>
      <p:grpSp>
        <p:nvGrpSpPr>
          <p:cNvPr id="9000" name="NODE_5"/>
          <p:cNvGrpSpPr/>
          <p:nvPr/>
        </p:nvGrpSpPr>
        <p:grpSpPr>
          <ns1:xfrm xmlns:ns1="http://schemas.openxmlformats.org/drawingml/2006/main">
            <ns1:off x="714375" y="4095750"/>
            <ns1:ext cx="1524000" cy="1304925"/>
            <ns1:chOff x="714375" y="4095750"/>
            <ns1:chExt cx="1524000" cy="1304925"/>
          </ns1:xfrm>
        </p:grpSpPr>
        <p:sp>
          <p:nvSpPr>
            <p:cNvPr id="5" name="NODE_5">
              <a:extLst xmlns:a="http://schemas.openxmlformats.org/drawingml/2006/main">
                <a:ext uri="{FF2B5EF4-FFF2-40B4-BE49-F238E27FC236}">
                  <a16:creationId xmlns:a16="http://schemas.microsoft.com/office/drawing/2014/main" id="{65756146-FC2B-4414-B190-1C1D1ADAF14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047750" y="4095750"/>
              <a:ext cx="857250" cy="8572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11430">
              <a:noFill/>
            </a:ln>
          </p:spPr>
        </p:sp>
        <p:sp>
          <p:nvSpPr>
            <p:cNvPr id="7" name="NODE_5">
              <a:extLst xmlns:a="http://schemas.openxmlformats.org/drawingml/2006/main">
                <a:ext uri="{FF2B5EF4-FFF2-40B4-BE49-F238E27FC236}">
                  <a16:creationId xmlns:a16="http://schemas.microsoft.com/office/drawing/2014/main" id="{3BE8C949-5390-43D7-A758-F1DEA9552C9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14375" y="5000625"/>
              <a:ext cx="1524000" cy="4000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lIns="0" rIns="0" tIns="0" bIns="0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725" b="0">
                  <a:solidFill>
                    <a:srgbClr val="132D40"/>
                  </a:solidFill>
                  <a:latin typeface="Noto Sans JP"/>
                  <a:ea typeface="Noto Sans JP"/>
                  <a:cs typeface="Noto Sans JP"/>
                </a:defRPr>
              </a:pPr>
              <a:r>
                <a:rPr sz="1725" b="0">
                  <a:solidFill>
                    <a:srgbClr val="132D40"/>
                  </a:solidFill>
                  <a:latin typeface="Noto Sans JP"/>
                  <a:ea typeface="Noto Sans JP"/>
                  <a:cs typeface="Noto Sans JP"/>
                </a:rPr>
                <a:t>［施設 A］</a:t>
              </a:r>
            </a:p>
          </p:txBody>
        </p:sp>
      </p:grpSp>
      <p:pic>
        <p:nvPicPr>
          <p:cNvPr id="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cacadf06c44e83"/>
          <a:stretch xmlns:a="http://schemas.openxmlformats.org/drawingml/2006/main"/>
        </p:blipFill>
        <p:spPr>
          <a:xfrm xmlns:a="http://schemas.openxmlformats.org/drawingml/2006/main">
            <a:off x="1047750" y="4122619"/>
            <a:ext cx="857250" cy="803512"/>
          </a:xfrm>
          <a:prstGeom xmlns:a="http://schemas.openxmlformats.org/drawingml/2006/main" prst="rect">
            <a:avLst/>
          </a:prstGeom>
        </p:spPr>
      </p:pic>
      <p:grpSp>
        <p:nvGrpSpPr>
          <p:cNvPr id="9001" name="NODE_6"/>
          <p:cNvGrpSpPr/>
          <p:nvPr/>
        </p:nvGrpSpPr>
        <p:grpSpPr>
          <ns1:xfrm xmlns:ns1="http://schemas.openxmlformats.org/drawingml/2006/main">
            <ns1:off x="3095625" y="4095750"/>
            <ns1:ext cx="1524000" cy="1304925"/>
            <ns1:chOff x="3095625" y="4095750"/>
            <ns1:chExt cx="1524000" cy="1304925"/>
          </ns1:xfrm>
        </p:grpSpPr>
        <p:sp>
          <p:nvSpPr>
            <p:cNvPr id="8" name="NODE_6">
              <a:extLst xmlns:a="http://schemas.openxmlformats.org/drawingml/2006/main">
                <a:ext uri="{FF2B5EF4-FFF2-40B4-BE49-F238E27FC236}">
                  <a16:creationId xmlns:a16="http://schemas.microsoft.com/office/drawing/2014/main" id="{95B4CD58-A016-49A2-A5E5-11FF4668409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429000" y="4095750"/>
              <a:ext cx="857250" cy="8572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11430">
              <a:noFill/>
            </a:ln>
          </p:spPr>
        </p:sp>
        <p:sp>
          <p:nvSpPr>
            <p:cNvPr id="10" name="NODE_6">
              <a:extLst xmlns:a="http://schemas.openxmlformats.org/drawingml/2006/main">
                <a:ext uri="{FF2B5EF4-FFF2-40B4-BE49-F238E27FC236}">
                  <a16:creationId xmlns:a16="http://schemas.microsoft.com/office/drawing/2014/main" id="{22B49236-7261-4F96-BD27-62220821777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095625" y="5000625"/>
              <a:ext cx="1524000" cy="4000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lIns="0" rIns="0" tIns="0" bIns="0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725" b="0">
                  <a:solidFill>
                    <a:srgbClr val="132D40"/>
                  </a:solidFill>
                  <a:latin typeface="Noto Sans JP"/>
                  <a:ea typeface="Noto Sans JP"/>
                  <a:cs typeface="Noto Sans JP"/>
                </a:defRPr>
              </a:pPr>
              <a:r>
                <a:rPr sz="1725" b="0">
                  <a:solidFill>
                    <a:srgbClr val="132D40"/>
                  </a:solidFill>
                  <a:latin typeface="Noto Sans JP"/>
                  <a:ea typeface="Noto Sans JP"/>
                  <a:cs typeface="Noto Sans JP"/>
                </a:rPr>
                <a:t>［施設 B］</a:t>
              </a:r>
            </a:p>
          </p:txBody>
        </p:sp>
      </p:grpSp>
      <p:pic>
        <p:nvPicPr>
          <p:cNvPr id="5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b0b835996a4c39"/>
          <a:stretch xmlns:a="http://schemas.openxmlformats.org/drawingml/2006/main"/>
        </p:blipFill>
        <p:spPr>
          <a:xfrm xmlns:a="http://schemas.openxmlformats.org/drawingml/2006/main">
            <a:off x="3429000" y="4256932"/>
            <a:ext cx="857250" cy="534886"/>
          </a:xfrm>
          <a:prstGeom xmlns:a="http://schemas.openxmlformats.org/drawingml/2006/main" prst="rect">
            <a:avLst/>
          </a:prstGeom>
        </p:spPr>
      </p:pic>
      <p:grpSp>
        <p:nvGrpSpPr>
          <p:cNvPr id="9002" name="NODE_7"/>
          <p:cNvGrpSpPr/>
          <p:nvPr/>
        </p:nvGrpSpPr>
        <p:grpSpPr>
          <ns1:xfrm xmlns:ns1="http://schemas.openxmlformats.org/drawingml/2006/main">
            <ns1:off x="714375" y="2762250"/>
            <ns1:ext cx="1524000" cy="1304925"/>
            <ns1:chOff x="714375" y="2762250"/>
            <ns1:chExt cx="1524000" cy="1304925"/>
          </ns1:xfrm>
        </p:grpSpPr>
        <p:sp>
          <p:nvSpPr>
            <p:cNvPr id="11" name="NODE_7">
              <a:extLst xmlns:a="http://schemas.openxmlformats.org/drawingml/2006/main">
                <a:ext uri="{FF2B5EF4-FFF2-40B4-BE49-F238E27FC236}">
                  <a16:creationId xmlns:a16="http://schemas.microsoft.com/office/drawing/2014/main" id="{FF1FD6FB-06FF-42B2-A199-B4861D87B8C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047750" y="2762250"/>
              <a:ext cx="857250" cy="8572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11430">
              <a:noFill/>
            </a:ln>
          </p:spPr>
        </p:sp>
        <p:sp>
          <p:nvSpPr>
            <p:cNvPr id="13" name="NODE_7">
              <a:extLst xmlns:a="http://schemas.openxmlformats.org/drawingml/2006/main">
                <a:ext uri="{FF2B5EF4-FFF2-40B4-BE49-F238E27FC236}">
                  <a16:creationId xmlns:a16="http://schemas.microsoft.com/office/drawing/2014/main" id="{E39A5DC9-8022-4C45-BEC5-7D9942DA0F3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14375" y="3667125"/>
              <a:ext cx="1524000" cy="4000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lIns="0" rIns="0" tIns="0" bIns="0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725" b="0">
                  <a:solidFill>
                    <a:srgbClr val="132D40"/>
                  </a:solidFill>
                  <a:latin typeface="Noto Sans JP"/>
                  <a:ea typeface="Noto Sans JP"/>
                  <a:cs typeface="Noto Sans JP"/>
                </a:defRPr>
              </a:pPr>
              <a:r>
                <a:rPr sz="1725" b="0">
                  <a:solidFill>
                    <a:srgbClr val="132D40"/>
                  </a:solidFill>
                  <a:latin typeface="Noto Sans JP"/>
                  <a:ea typeface="Noto Sans JP"/>
                  <a:cs typeface="Noto Sans JP"/>
                </a:rPr>
                <a:t>［計器 A］</a:t>
              </a:r>
            </a:p>
          </p:txBody>
        </p:sp>
      </p:grpSp>
      <p:pic>
        <p:nvPicPr>
          <p:cNvPr id="5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5c23dacf0f49f2"/>
          <a:stretch xmlns:a="http://schemas.openxmlformats.org/drawingml/2006/main"/>
        </p:blipFill>
        <p:spPr>
          <a:xfrm xmlns:a="http://schemas.openxmlformats.org/drawingml/2006/main">
            <a:off x="1071966" y="2762250"/>
            <a:ext cx="808818" cy="857250"/>
          </a:xfrm>
          <a:prstGeom xmlns:a="http://schemas.openxmlformats.org/drawingml/2006/main" prst="rect">
            <a:avLst/>
          </a:prstGeom>
        </p:spPr>
      </p:pic>
      <p:grpSp>
        <p:nvGrpSpPr>
          <p:cNvPr id="9003" name="NODE_8"/>
          <p:cNvGrpSpPr/>
          <p:nvPr/>
        </p:nvGrpSpPr>
        <p:grpSpPr>
          <ns1:xfrm xmlns:ns1="http://schemas.openxmlformats.org/drawingml/2006/main">
            <ns1:off x="3095625" y="2762250"/>
            <ns1:ext cx="1524000" cy="1304925"/>
            <ns1:chOff x="3095625" y="2762250"/>
            <ns1:chExt cx="1524000" cy="1304925"/>
          </ns1:xfrm>
        </p:grpSpPr>
        <p:sp>
          <p:nvSpPr>
            <p:cNvPr id="14" name="NODE_8">
              <a:extLst xmlns:a="http://schemas.openxmlformats.org/drawingml/2006/main">
                <a:ext uri="{FF2B5EF4-FFF2-40B4-BE49-F238E27FC236}">
                  <a16:creationId xmlns:a16="http://schemas.microsoft.com/office/drawing/2014/main" id="{6A15FB3B-89FB-4255-82BA-EEC6029CFD7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429000" y="2762250"/>
              <a:ext cx="857250" cy="8572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11430">
              <a:noFill/>
            </a:ln>
          </p:spPr>
        </p:sp>
        <p:sp>
          <p:nvSpPr>
            <p:cNvPr id="16" name="NODE_8">
              <a:extLst xmlns:a="http://schemas.openxmlformats.org/drawingml/2006/main">
                <a:ext uri="{FF2B5EF4-FFF2-40B4-BE49-F238E27FC236}">
                  <a16:creationId xmlns:a16="http://schemas.microsoft.com/office/drawing/2014/main" id="{C667CC29-8DC8-4241-AA7A-3412134E8BF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095625" y="3667125"/>
              <a:ext cx="1524000" cy="4000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lIns="0" rIns="0" tIns="0" bIns="0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725" b="0">
                  <a:solidFill>
                    <a:srgbClr val="132D40"/>
                  </a:solidFill>
                  <a:latin typeface="Noto Sans JP"/>
                  <a:ea typeface="Noto Sans JP"/>
                  <a:cs typeface="Noto Sans JP"/>
                </a:defRPr>
              </a:pPr>
              <a:r>
                <a:rPr sz="1725" b="0">
                  <a:solidFill>
                    <a:srgbClr val="132D40"/>
                  </a:solidFill>
                  <a:latin typeface="Noto Sans JP"/>
                  <a:ea typeface="Noto Sans JP"/>
                  <a:cs typeface="Noto Sans JP"/>
                </a:rPr>
                <a:t>［計器 B］</a:t>
              </a:r>
            </a:p>
          </p:txBody>
        </p:sp>
      </p:grpSp>
      <p:pic>
        <p:nvPicPr>
          <p:cNvPr id="6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bab7c0bb93447f"/>
          <a:stretch xmlns:a="http://schemas.openxmlformats.org/drawingml/2006/main"/>
        </p:blipFill>
        <p:spPr>
          <a:xfrm xmlns:a="http://schemas.openxmlformats.org/drawingml/2006/main">
            <a:off x="3431507" y="2762250"/>
            <a:ext cx="852237" cy="857250"/>
          </a:xfrm>
          <a:prstGeom xmlns:a="http://schemas.openxmlformats.org/drawingml/2006/main" prst="rect">
            <a:avLst/>
          </a:prstGeom>
        </p:spPr>
      </p:pic>
      <p:grpSp>
        <p:nvGrpSpPr>
          <p:cNvPr id="9004" name="NODE_9"/>
          <p:cNvGrpSpPr/>
          <p:nvPr/>
        </p:nvGrpSpPr>
        <p:grpSpPr>
          <ns1:xfrm xmlns:ns1="http://schemas.openxmlformats.org/drawingml/2006/main">
            <ns1:off x="3095625" y="1047750"/>
            <ns1:ext cx="1571625" cy="1238250"/>
            <ns1:chOff x="3095625" y="1047750"/>
            <ns1:chExt cx="1571625" cy="1238250"/>
          </ns1:xfrm>
        </p:grpSpPr>
        <p:sp>
          <p:nvSpPr>
            <p:cNvPr id="17" name="NODE_9">
              <a:extLst xmlns:a="http://schemas.openxmlformats.org/drawingml/2006/main">
                <a:ext uri="{FF2B5EF4-FFF2-40B4-BE49-F238E27FC236}">
                  <a16:creationId xmlns:a16="http://schemas.microsoft.com/office/drawing/2014/main" id="{434309C7-081A-4A7D-AC6C-F8321A531BC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429000" y="1381125"/>
              <a:ext cx="904875" cy="9048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11430">
              <a:noFill/>
            </a:ln>
          </p:spPr>
        </p:sp>
        <p:sp>
          <p:nvSpPr>
            <p:cNvPr id="19" name="NODE_9">
              <a:extLst xmlns:a="http://schemas.openxmlformats.org/drawingml/2006/main">
                <a:ext uri="{FF2B5EF4-FFF2-40B4-BE49-F238E27FC236}">
                  <a16:creationId xmlns:a16="http://schemas.microsoft.com/office/drawing/2014/main" id="{CAC8B37C-401E-4968-A4FF-A3650EAFAFA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095625" y="1047750"/>
              <a:ext cx="1571625" cy="4000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lIns="0" rIns="0" tIns="0" bIns="0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725" b="0">
                  <a:solidFill>
                    <a:srgbClr val="132D40"/>
                  </a:solidFill>
                  <a:latin typeface="Noto Sans JP"/>
                  <a:ea typeface="Noto Sans JP"/>
                  <a:cs typeface="Noto Sans JP"/>
                </a:defRPr>
              </a:pPr>
              <a:r>
                <a:rPr sz="1725" b="0">
                  <a:solidFill>
                    <a:srgbClr val="132D40"/>
                  </a:solidFill>
                  <a:latin typeface="Noto Sans JP"/>
                  <a:ea typeface="Noto Sans JP"/>
                  <a:cs typeface="Noto Sans JP"/>
                </a:rPr>
                <a:t>［ルーター］</a:t>
              </a:r>
            </a:p>
          </p:txBody>
        </p:sp>
      </p:grpSp>
      <p:pic>
        <p:nvPicPr>
          <p:cNvPr id="6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181444ad194fae"/>
          <a:stretch xmlns:a="http://schemas.openxmlformats.org/drawingml/2006/main"/>
        </p:blipFill>
        <p:spPr>
          <a:xfrm xmlns:a="http://schemas.openxmlformats.org/drawingml/2006/main">
            <a:off x="3429000" y="1442886"/>
            <a:ext cx="904875" cy="781352"/>
          </a:xfrm>
          <a:prstGeom xmlns:a="http://schemas.openxmlformats.org/drawingml/2006/main" prst="rect">
            <a:avLst/>
          </a:prstGeom>
        </p:spPr>
      </p:pic>
      <p:grpSp>
        <p:nvGrpSpPr>
          <p:cNvPr id="9005" name="NODE_10"/>
          <p:cNvGrpSpPr/>
          <p:nvPr/>
        </p:nvGrpSpPr>
        <p:grpSpPr>
          <ns1:xfrm xmlns:ns1="http://schemas.openxmlformats.org/drawingml/2006/main">
            <ns1:off x="6524625" y="1381125"/>
            <ns1:ext cx="1571625" cy="1352550"/>
            <ns1:chOff x="6524625" y="1381125"/>
            <ns1:chExt cx="1571625" cy="1352550"/>
          </ns1:xfrm>
        </p:grpSpPr>
        <p:sp>
          <p:nvSpPr>
            <p:cNvPr id="20" name="NODE_10">
              <a:extLst xmlns:a="http://schemas.openxmlformats.org/drawingml/2006/main">
                <a:ext uri="{FF2B5EF4-FFF2-40B4-BE49-F238E27FC236}">
                  <a16:creationId xmlns:a16="http://schemas.microsoft.com/office/drawing/2014/main" id="{CE0BDD98-F087-419B-87D8-BA3AD726A27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858000" y="1381125"/>
              <a:ext cx="904875" cy="9048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11430">
              <a:noFill/>
            </a:ln>
          </p:spPr>
        </p:sp>
        <p:sp>
          <p:nvSpPr>
            <p:cNvPr id="22" name="NODE_10">
              <a:extLst xmlns:a="http://schemas.openxmlformats.org/drawingml/2006/main">
                <a:ext uri="{FF2B5EF4-FFF2-40B4-BE49-F238E27FC236}">
                  <a16:creationId xmlns:a16="http://schemas.microsoft.com/office/drawing/2014/main" id="{7208B88A-475A-4A1B-AD61-8B160B16083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524625" y="2333625"/>
              <a:ext cx="1571625" cy="4000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lIns="0" rIns="0" tIns="0" bIns="0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725" b="0">
                  <a:solidFill>
                    <a:srgbClr val="132D40"/>
                  </a:solidFill>
                  <a:latin typeface="Noto Sans JP"/>
                  <a:ea typeface="Noto Sans JP"/>
                  <a:cs typeface="Noto Sans JP"/>
                </a:defRPr>
              </a:pPr>
              <a:r>
                <a:rPr sz="1725" b="0">
                  <a:solidFill>
                    <a:srgbClr val="132D40"/>
                  </a:solidFill>
                  <a:latin typeface="Noto Sans JP"/>
                  <a:ea typeface="Noto Sans JP"/>
                  <a:cs typeface="Noto Sans JP"/>
                </a:rPr>
                <a:t>［クラウド］</a:t>
              </a:r>
            </a:p>
          </p:txBody>
        </p:sp>
      </p:grpSp>
      <p:pic>
        <p:nvPicPr>
          <p:cNvPr id="6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3f22cca7444d00"/>
          <a:stretch xmlns:a="http://schemas.openxmlformats.org/drawingml/2006/main"/>
        </p:blipFill>
        <p:spPr>
          <a:xfrm xmlns:a="http://schemas.openxmlformats.org/drawingml/2006/main">
            <a:off x="6858000" y="1412379"/>
            <a:ext cx="904875" cy="842367"/>
          </a:xfrm>
          <a:prstGeom xmlns:a="http://schemas.openxmlformats.org/drawingml/2006/main" prst="rect">
            <a:avLst/>
          </a:prstGeom>
        </p:spPr>
      </p:pic>
      <p:grpSp>
        <p:nvGrpSpPr>
          <p:cNvPr id="9006" name="NODE_11"/>
          <p:cNvGrpSpPr/>
          <p:nvPr/>
        </p:nvGrpSpPr>
        <p:grpSpPr>
          <ns1:xfrm xmlns:ns1="http://schemas.openxmlformats.org/drawingml/2006/main">
            <ns1:off x="9191625" y="1381125"/>
            <ns1:ext cx="1571625" cy="1352550"/>
            <ns1:chOff x="9191625" y="1381125"/>
            <ns1:chExt cx="1571625" cy="1352550"/>
          </ns1:xfrm>
        </p:grpSpPr>
        <p:sp>
          <p:nvSpPr>
            <p:cNvPr id="23" name="NODE_11">
              <a:extLst xmlns:a="http://schemas.openxmlformats.org/drawingml/2006/main">
                <a:ext uri="{FF2B5EF4-FFF2-40B4-BE49-F238E27FC236}">
                  <a16:creationId xmlns:a16="http://schemas.microsoft.com/office/drawing/2014/main" id="{0BE1BC6C-FFD9-4223-B1F3-FEE91A53715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525000" y="1381125"/>
              <a:ext cx="904875" cy="9048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11430">
              <a:noFill/>
            </a:ln>
          </p:spPr>
        </p:sp>
        <p:sp>
          <p:nvSpPr>
            <p:cNvPr id="25" name="NODE_11">
              <a:extLst xmlns:a="http://schemas.openxmlformats.org/drawingml/2006/main">
                <a:ext uri="{FF2B5EF4-FFF2-40B4-BE49-F238E27FC236}">
                  <a16:creationId xmlns:a16="http://schemas.microsoft.com/office/drawing/2014/main" id="{62A4B963-BEC9-4328-A313-9CF4757CD9C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191625" y="2333625"/>
              <a:ext cx="1571625" cy="4000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lIns="0" rIns="0" tIns="0" bIns="0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725" b="0">
                  <a:solidFill>
                    <a:srgbClr val="132D40"/>
                  </a:solidFill>
                  <a:latin typeface="Noto Sans JP"/>
                  <a:ea typeface="Noto Sans JP"/>
                  <a:cs typeface="Noto Sans JP"/>
                </a:defRPr>
              </a:pPr>
              <a:r>
                <a:rPr sz="1725" b="0">
                  <a:solidFill>
                    <a:srgbClr val="132D40"/>
                  </a:solidFill>
                  <a:latin typeface="Noto Sans JP"/>
                  <a:ea typeface="Noto Sans JP"/>
                  <a:cs typeface="Noto Sans JP"/>
                </a:rPr>
                <a:t>［確認画面］</a:t>
              </a:r>
            </a:p>
          </p:txBody>
        </p:sp>
      </p:grpSp>
      <p:pic>
        <p:nvPicPr>
          <p:cNvPr id="7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7303ad2db74a6e"/>
          <a:stretch xmlns:a="http://schemas.openxmlformats.org/drawingml/2006/main"/>
        </p:blipFill>
        <p:spPr>
          <a:xfrm xmlns:a="http://schemas.openxmlformats.org/drawingml/2006/main">
            <a:off x="9536002" y="1381125"/>
            <a:ext cx="882872" cy="904875"/>
          </a:xfrm>
          <a:prstGeom xmlns:a="http://schemas.openxmlformats.org/drawingml/2006/main" prst="rect">
            <a:avLst/>
          </a:prstGeom>
        </p:spPr>
      </p:pic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0E49B0A-0F92-4067-8B77-B807CDDF7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510088"/>
            <a:ext cx="476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11430">
            <a:solidFill>
              <a:srgbClr val="087F8C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3047AFD-F6AE-4498-B0DF-362EA2948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6963" y="3190875"/>
            <a:ext cx="28575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11430">
            <a:solidFill>
              <a:srgbClr val="087F8C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4AB70B7-6D62-4F95-A920-2A56376DA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124200"/>
            <a:ext cx="476250" cy="13335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solidFill>
              <a:srgbClr val="087F8C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B8F3488-1395-4842-AD1C-05D3E20D4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510088"/>
            <a:ext cx="476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11430">
            <a:solidFill>
              <a:srgbClr val="087F8C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042158E-64D8-4754-99FE-CA20027A9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8213" y="3190875"/>
            <a:ext cx="28575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11430">
            <a:solidFill>
              <a:srgbClr val="087F8C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E5D4562-16AA-41E5-AA1A-796C65EB2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124200"/>
            <a:ext cx="476250" cy="13335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solidFill>
              <a:srgbClr val="087F8C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3F2F282-3AEA-4579-8A94-C42C1187D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2088" y="1833563"/>
            <a:ext cx="28575" cy="9286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11430">
            <a:solidFill>
              <a:srgbClr val="087F8C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FCAA3DC-F60E-4518-B151-02800B577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766888"/>
            <a:ext cx="1952625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solidFill>
              <a:srgbClr val="087F8C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568B939-3166-4ECF-9620-0DE2B8653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3338" y="2524125"/>
            <a:ext cx="2857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11430">
            <a:solidFill>
              <a:srgbClr val="087F8C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21EFE0C-8D5F-4E34-834B-E639778E7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509838"/>
            <a:ext cx="23813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11430">
            <a:solidFill>
              <a:srgbClr val="087F8C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D9C65D7-52BC-4756-8251-F57F9D33C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4763" y="2286000"/>
            <a:ext cx="133350" cy="238125"/>
          </a:xfrm>
          <a:prstGeom xmlns:a="http://schemas.openxmlformats.org/drawingml/2006/main" prst="upArrow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solidFill>
              <a:srgbClr val="087F8C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0D93BD8-F271-4125-900F-0C73C2F9A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819275"/>
            <a:ext cx="1262063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11430">
            <a:solidFill>
              <a:srgbClr val="087F8C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B0B17A4-947C-497F-910F-3A13308C7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5938" y="1766888"/>
            <a:ext cx="1262063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solidFill>
              <a:srgbClr val="087F8C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8F31F91-7F65-4E71-B1AB-0B53603CC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1819275"/>
            <a:ext cx="881063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11430">
            <a:solidFill>
              <a:srgbClr val="087F8C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17BF726-5FBF-4397-9038-A69054911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3938" y="1766888"/>
            <a:ext cx="881063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solidFill>
              <a:srgbClr val="087F8C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329C0DC-48C1-4F35-B059-A02D800B2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1476375"/>
            <a:ext cx="1619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rIns="0" t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87F8C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087F8C"/>
                </a:solidFill>
                <a:latin typeface="Noto Sans JP"/>
                <a:ea typeface="Noto Sans JP"/>
                <a:cs typeface="Noto Sans JP"/>
              </a:rPr>
              <a:t>収集・送信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AEEAB29-7B21-4F93-8629-92480EF06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476375"/>
            <a:ext cx="1524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rIns="0" t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87F8C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087F8C"/>
                </a:solidFill>
                <a:latin typeface="Noto Sans JP"/>
                <a:ea typeface="Noto Sans JP"/>
                <a:cs typeface="Noto Sans JP"/>
              </a:rPr>
              <a:t>表示・通知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F1333FE-8459-46CB-A9A3-4A86736E6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819525"/>
            <a:ext cx="4476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rIns="0" t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87F8C"/>
                </a:solidFill>
                <a:latin typeface="Noto Sans JP"/>
                <a:ea typeface="Noto Sans JP"/>
                <a:cs typeface="Noto Sans JP"/>
              </a:defRPr>
            </a:pPr>
            <a:r>
              <a:rPr sz="2175" b="1">
                <a:solidFill>
                  <a:srgbClr val="087F8C"/>
                </a:solidFill>
                <a:latin typeface="Noto Sans JP"/>
                <a:ea typeface="Noto Sans JP"/>
                <a:cs typeface="Noto Sans JP"/>
              </a:rPr>
              <a:t>施設・計器・通信・利用者</a:t>
            </a:r>
          </a:p>
          <a:p xmlns:a="http://schemas.openxmlformats.org/drawingml/2006/main">
            <a:pPr algn="l">
              <a:defRPr sz="2175" b="1">
                <a:solidFill>
                  <a:srgbClr val="087F8C"/>
                </a:solidFill>
                <a:latin typeface="Noto Sans JP"/>
                <a:ea typeface="Noto Sans JP"/>
                <a:cs typeface="Noto Sans JP"/>
              </a:defRPr>
            </a:pPr>
            <a:r>
              <a:rPr sz="2175" b="1">
                <a:solidFill>
                  <a:srgbClr val="087F8C"/>
                </a:solidFill>
                <a:latin typeface="Noto Sans JP"/>
                <a:ea typeface="Noto Sans JP"/>
                <a:cs typeface="Noto Sans JP"/>
              </a:rPr>
              <a:t>の順に説明</a:t>
            </a:r>
          </a:p>
        </p:txBody>
      </p:sp>
      <p:grpSp>
        <p:nvGrpSpPr>
          <p:cNvPr id="9007" name="USE_GUIDE"/>
          <p:cNvGrpSpPr/>
          <p:nvPr/>
        </p:nvGrpSpPr>
        <p:grpSpPr>
          <ns1:xfrm xmlns:ns1="http://schemas.openxmlformats.org/drawingml/2006/main">
            <ns1:off x="762000" y="5514975"/>
            <ns1:ext cx="10668000" cy="847725"/>
            <ns1:chOff x="762000" y="5514975"/>
            <ns1:chExt cx="10668000" cy="847725"/>
          </ns1:xfrm>
        </p:grpSpPr>
        <p:sp>
          <p:nvSpPr>
            <p:cNvPr id="44" name="USE_GUIDE">
              <a:extLst xmlns:a="http://schemas.openxmlformats.org/drawingml/2006/main">
                <a:ext uri="{FF2B5EF4-FFF2-40B4-BE49-F238E27FC236}">
                  <a16:creationId xmlns:a16="http://schemas.microsoft.com/office/drawing/2014/main" id="{3F19FF43-1BD1-4E58-A959-34E9B979FB0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62000" y="5514975"/>
              <a:ext cx="10668000" cy="84772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1F8F8"/>
            </a:solidFill>
            <a:ln xmlns:a="http://schemas.openxmlformats.org/drawingml/2006/main" w="11430">
              <a:solidFill>
                <a:srgbClr val="D4E5E7"/>
              </a:solidFill>
            </a:ln>
          </p:spPr>
        </p:sp>
        <p:sp>
          <p:nvSpPr>
            <p:cNvPr id="45" name="USE_GUIDE">
              <a:extLst xmlns:a="http://schemas.openxmlformats.org/drawingml/2006/main">
                <a:ext uri="{FF2B5EF4-FFF2-40B4-BE49-F238E27FC236}">
                  <a16:creationId xmlns:a16="http://schemas.microsoft.com/office/drawing/2014/main" id="{67A99790-DB3F-4307-833F-5AEDB5F0E43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14400" y="5553075"/>
              <a:ext cx="10334625" cy="2571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lIns="0" rIns="0" tIns="0" bIns="0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500" b="1">
                  <a:solidFill>
                    <a:srgbClr val="132D40"/>
                  </a:solidFill>
                  <a:latin typeface="Noto Sans JP"/>
                  <a:ea typeface="Noto Sans JP"/>
                  <a:cs typeface="Noto Sans JP"/>
                </a:defRPr>
              </a:pPr>
              <a:r>
                <a:rPr sz="1500" b="1">
                  <a:solidFill>
                    <a:srgbClr val="132D40"/>
                  </a:solidFill>
                  <a:latin typeface="Noto Sans JP"/>
                  <a:ea typeface="Noto Sans JP"/>
                  <a:cs typeface="Noto Sans JP"/>
                </a:rPr>
                <a:t>【目的】施設から確認画面までのデータの流れを説明する</a:t>
              </a:r>
            </a:p>
          </p:txBody>
        </p:sp>
        <p:sp>
          <p:nvSpPr>
            <p:cNvPr id="46" name="USE_GUIDE">
              <a:extLst xmlns:a="http://schemas.openxmlformats.org/drawingml/2006/main">
                <a:ext uri="{FF2B5EF4-FFF2-40B4-BE49-F238E27FC236}">
                  <a16:creationId xmlns:a16="http://schemas.microsoft.com/office/drawing/2014/main" id="{6A42F6F2-65FB-48BC-98E9-EB5D2511280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14400" y="5819775"/>
              <a:ext cx="10334625" cy="266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lIns="0" rIns="0" tIns="0" bIns="0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500" b="0">
                  <a:solidFill>
                    <a:srgbClr val="132D40"/>
                  </a:solidFill>
                  <a:latin typeface="Noto Sans JP"/>
                  <a:ea typeface="Noto Sans JP"/>
                  <a:cs typeface="Noto Sans JP"/>
                </a:defRPr>
              </a:pPr>
              <a:r>
                <a:rPr sz="1500" b="0">
                  <a:solidFill>
                    <a:srgbClr val="132D40"/>
                  </a:solidFill>
                  <a:latin typeface="Noto Sans JP"/>
                  <a:ea typeface="Noto Sans JP"/>
                  <a:cs typeface="Noto Sans JP"/>
                </a:rPr>
                <a:t>【構図】下段に施設、その上に計器。中央で通信を集約し、上段から右へ接続する</a:t>
              </a:r>
            </a:p>
          </p:txBody>
        </p:sp>
        <p:sp>
          <p:nvSpPr>
            <p:cNvPr id="47" name="USE_GUIDE">
              <a:extLst xmlns:a="http://schemas.openxmlformats.org/drawingml/2006/main">
                <a:ext uri="{FF2B5EF4-FFF2-40B4-BE49-F238E27FC236}">
                  <a16:creationId xmlns:a16="http://schemas.microsoft.com/office/drawing/2014/main" id="{079335EE-D909-465C-82E1-5D37AE96849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14400" y="6086475"/>
              <a:ext cx="10334625" cy="2476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lIns="0" rIns="0" tIns="0" bIns="0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350" b="0">
                  <a:solidFill>
                    <a:srgbClr val="657783"/>
                  </a:solidFill>
                  <a:latin typeface="Noto Sans JP"/>
                  <a:ea typeface="Noto Sans JP"/>
                  <a:cs typeface="Noto Sans JP"/>
                </a:defRPr>
              </a:pPr>
              <a:r>
                <a:rPr sz="1350" b="0">
                  <a:solidFill>
                    <a:srgbClr val="657783"/>
                  </a:solidFill>
                  <a:latin typeface="Noto Sans JP"/>
                  <a:ea typeface="Noto Sans JP"/>
                  <a:cs typeface="Noto Sans JP"/>
                </a:rPr>
                <a:t>【効果】現場とデータの行き先を同時に追える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2471780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8f72743b864f4b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AE8EE1-8D19-421A-BC62-48C7D3354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rIns="0" t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32D40"/>
                </a:solidFill>
                <a:latin typeface="Noto Sans JP"/>
                <a:ea typeface="Noto Sans JP"/>
                <a:cs typeface="Noto Sans JP"/>
              </a:defRPr>
            </a:pPr>
            <a:r>
              <a:rPr sz="3000" b="1">
                <a:solidFill>
                  <a:srgbClr val="132D40"/>
                </a:solidFill>
                <a:latin typeface="Noto Sans JP"/>
                <a:ea typeface="Noto Sans JP"/>
                <a:cs typeface="Noto Sans JP"/>
              </a:rPr>
              <a:t>02  業務フロー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905396-7B81-40EF-8212-D3491304D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190625"/>
            <a:ext cx="495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11430">
            <a:solidFill>
              <a:srgbClr val="087F8C"/>
            </a:solidFill>
          </a:ln>
        </p:spPr>
      </p:sp>
      <p:sp>
        <p:nvSpPr>
          <p:cNvPr id="4" name="PAGE_NUMBER">
            <a:extLst xmlns:a="http://schemas.openxmlformats.org/drawingml/2006/main">
              <a:ext uri="{FF2B5EF4-FFF2-40B4-BE49-F238E27FC236}">
                <a16:creationId xmlns:a16="http://schemas.microsoft.com/office/drawing/2014/main" id="{2BBB82BA-A28D-4567-AECD-20F3A463E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95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rIns="0" t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57783"/>
                </a:solidFill>
                <a:latin typeface="Noto Sans JP"/>
                <a:ea typeface="Noto Sans JP"/>
                <a:cs typeface="Noto Sans JP"/>
              </a:defRPr>
            </a:pPr>
            <a:fld id="{C2F3594B-54C3-475B-B6AB-09089EF6E200}" type="slidenum">
              <a:rPr sz="1350" b="0">
                <a:solidFill>
                  <a:srgbClr val="657783"/>
                </a:solidFill>
                <a:latin typeface="Noto Sans JP"/>
                <a:ea typeface="Noto Sans JP"/>
                <a:cs typeface="Noto Sans JP"/>
              </a:rPr>
              <a:t>4</a:t>
            </a:fld>
            <a:r>
              <a:rPr sz="1350" b="0">
                <a:solidFill>
                  <a:srgbClr val="657783"/>
                </a:solidFill>
                <a:latin typeface="Noto Sans JP"/>
                <a:ea typeface="Noto Sans JP"/>
                <a:cs typeface="Noto Sans JP"/>
              </a:rPr>
              <a:t> / 22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2A1330-5970-403C-A843-7EF1C671D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85900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rIns="0" t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57783"/>
                </a:solidFill>
                <a:latin typeface="Noto Sans JP"/>
                <a:ea typeface="Noto Sans JP"/>
                <a:cs typeface="Noto Sans JP"/>
              </a:defRPr>
            </a:pPr>
            <a:r>
              <a:rPr sz="1650" b="0">
                <a:solidFill>
                  <a:srgbClr val="657783"/>
                </a:solidFill>
                <a:latin typeface="Noto Sans JP"/>
                <a:ea typeface="Noto Sans JP"/>
                <a:cs typeface="Noto Sans JP"/>
              </a:rPr>
              <a:t>担当者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1B2C71-498C-49DA-93BF-7AB0BDA4B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485900"/>
            <a:ext cx="819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rIns="0" t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57783"/>
                </a:solidFill>
                <a:latin typeface="Noto Sans JP"/>
                <a:ea typeface="Noto Sans JP"/>
                <a:cs typeface="Noto Sans JP"/>
              </a:defRPr>
            </a:pPr>
            <a:r>
              <a:rPr sz="1650" b="0">
                <a:solidFill>
                  <a:srgbClr val="657783"/>
                </a:solidFill>
                <a:latin typeface="Noto Sans JP"/>
                <a:ea typeface="Noto Sans JP"/>
                <a:cs typeface="Noto Sans JP"/>
              </a:rPr>
              <a:t>作業と受け渡し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BA6415-6BA0-44D0-94B1-C183B2889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571750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8EA"/>
          </a:solidFill>
          <a:ln xmlns:a="http://schemas.openxmlformats.org/drawingml/2006/main" w="11430">
            <a:solidFill>
              <a:srgbClr val="DAE8EA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E7D4BF-B2CC-41DE-85BB-458A7C750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762375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8EA"/>
          </a:solidFill>
          <a:ln xmlns:a="http://schemas.openxmlformats.org/drawingml/2006/main" w="11430">
            <a:solidFill>
              <a:srgbClr val="DAE8EA"/>
            </a:solidFill>
          </a:ln>
        </p:spPr>
      </p:sp>
      <p:grpSp>
        <p:nvGrpSpPr>
          <p:cNvPr id="9000" name="NODE_12"/>
          <p:cNvGrpSpPr/>
          <p:nvPr/>
        </p:nvGrpSpPr>
        <p:grpSpPr>
          <ns1:xfrm xmlns:ns1="http://schemas.openxmlformats.org/drawingml/2006/main">
            <ns1:off x="714375" y="1857375"/>
            <ns1:ext cx="1314450" cy="1095375"/>
            <ns1:chOff x="714375" y="1857375"/>
            <ns1:chExt cx="1314450" cy="1095375"/>
          </ns1:xfrm>
        </p:grpSpPr>
        <p:sp>
          <p:nvSpPr>
            <p:cNvPr id="9" name="NODE_12">
              <a:extLst xmlns:a="http://schemas.openxmlformats.org/drawingml/2006/main">
                <a:ext uri="{FF2B5EF4-FFF2-40B4-BE49-F238E27FC236}">
                  <a16:creationId xmlns:a16="http://schemas.microsoft.com/office/drawing/2014/main" id="{1255DEA4-1D09-4612-83FD-1A221DD31DD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047750" y="1857375"/>
              <a:ext cx="647700" cy="647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11430">
              <a:noFill/>
            </a:ln>
          </p:spPr>
        </p:sp>
        <p:sp>
          <p:nvSpPr>
            <p:cNvPr id="11" name="NODE_12">
              <a:extLst xmlns:a="http://schemas.openxmlformats.org/drawingml/2006/main">
                <a:ext uri="{FF2B5EF4-FFF2-40B4-BE49-F238E27FC236}">
                  <a16:creationId xmlns:a16="http://schemas.microsoft.com/office/drawing/2014/main" id="{B17D3BA0-57DA-4527-934B-9EB1278E447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14375" y="2552700"/>
              <a:ext cx="1314450" cy="4000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lIns="0" rIns="0" tIns="0" bIns="0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725" b="0">
                  <a:solidFill>
                    <a:srgbClr val="132D40"/>
                  </a:solidFill>
                  <a:latin typeface="Noto Sans JP"/>
                  <a:ea typeface="Noto Sans JP"/>
                  <a:cs typeface="Noto Sans JP"/>
                </a:defRPr>
              </a:pPr>
              <a:r>
                <a:rPr sz="1725" b="0">
                  <a:solidFill>
                    <a:srgbClr val="132D40"/>
                  </a:solidFill>
                  <a:latin typeface="Noto Sans JP"/>
                  <a:ea typeface="Noto Sans JP"/>
                  <a:cs typeface="Noto Sans JP"/>
                </a:rPr>
                <a:t>［申請者］</a:t>
              </a:r>
            </a:p>
          </p:txBody>
        </p:sp>
      </p:grpSp>
      <p:pic>
        <p:nvPicPr>
          <p:cNvPr id="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321df5b0e9420c"/>
          <a:stretch xmlns:a="http://schemas.openxmlformats.org/drawingml/2006/main"/>
        </p:blipFill>
        <p:spPr>
          <a:xfrm xmlns:a="http://schemas.openxmlformats.org/drawingml/2006/main">
            <a:off x="1165349" y="1857375"/>
            <a:ext cx="412502" cy="647700"/>
          </a:xfrm>
          <a:prstGeom xmlns:a="http://schemas.openxmlformats.org/drawingml/2006/main" prst="rect">
            <a:avLst/>
          </a:prstGeom>
        </p:spPr>
      </p:pic>
      <p:grpSp>
        <p:nvGrpSpPr>
          <p:cNvPr id="9001" name="NODE_13"/>
          <p:cNvGrpSpPr/>
          <p:nvPr/>
        </p:nvGrpSpPr>
        <p:grpSpPr>
          <ns1:xfrm xmlns:ns1="http://schemas.openxmlformats.org/drawingml/2006/main">
            <ns1:off x="714375" y="2990850"/>
            <ns1:ext cx="1314450" cy="1095375"/>
            <ns1:chOff x="714375" y="2990850"/>
            <ns1:chExt cx="1314450" cy="1095375"/>
          </ns1:xfrm>
        </p:grpSpPr>
        <p:sp>
          <p:nvSpPr>
            <p:cNvPr id="12" name="NODE_13">
              <a:extLst xmlns:a="http://schemas.openxmlformats.org/drawingml/2006/main">
                <a:ext uri="{FF2B5EF4-FFF2-40B4-BE49-F238E27FC236}">
                  <a16:creationId xmlns:a16="http://schemas.microsoft.com/office/drawing/2014/main" id="{C5BF85D1-F6BA-4912-8869-BC8EBB2751B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047750" y="2990850"/>
              <a:ext cx="647700" cy="647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11430">
              <a:noFill/>
            </a:ln>
          </p:spPr>
        </p:sp>
        <p:sp>
          <p:nvSpPr>
            <p:cNvPr id="14" name="NODE_13">
              <a:extLst xmlns:a="http://schemas.openxmlformats.org/drawingml/2006/main">
                <a:ext uri="{FF2B5EF4-FFF2-40B4-BE49-F238E27FC236}">
                  <a16:creationId xmlns:a16="http://schemas.microsoft.com/office/drawing/2014/main" id="{36C8111F-B427-401C-9DA4-3BE60DA8CC5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14375" y="3686175"/>
              <a:ext cx="1314450" cy="4000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lIns="0" rIns="0" tIns="0" bIns="0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725" b="0">
                  <a:solidFill>
                    <a:srgbClr val="132D40"/>
                  </a:solidFill>
                  <a:latin typeface="Noto Sans JP"/>
                  <a:ea typeface="Noto Sans JP"/>
                  <a:cs typeface="Noto Sans JP"/>
                </a:defRPr>
              </a:pPr>
              <a:r>
                <a:rPr sz="1725" b="0">
                  <a:solidFill>
                    <a:srgbClr val="132D40"/>
                  </a:solidFill>
                  <a:latin typeface="Noto Sans JP"/>
                  <a:ea typeface="Noto Sans JP"/>
                  <a:cs typeface="Noto Sans JP"/>
                </a:rPr>
                <a:t>［承認者］</a:t>
              </a:r>
            </a:p>
          </p:txBody>
        </p:sp>
      </p:grpSp>
      <p:pic>
        <p:nvPicPr>
          <p:cNvPr id="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004f1ac37c41a2"/>
          <a:stretch xmlns:a="http://schemas.openxmlformats.org/drawingml/2006/main"/>
        </p:blipFill>
        <p:spPr>
          <a:xfrm xmlns:a="http://schemas.openxmlformats.org/drawingml/2006/main">
            <a:off x="1104680" y="2990850"/>
            <a:ext cx="533839" cy="647700"/>
          </a:xfrm>
          <a:prstGeom xmlns:a="http://schemas.openxmlformats.org/drawingml/2006/main" prst="rect">
            <a:avLst/>
          </a:prstGeom>
        </p:spPr>
      </p:pic>
      <p:grpSp>
        <p:nvGrpSpPr>
          <p:cNvPr id="9002" name="NODE_14"/>
          <p:cNvGrpSpPr/>
          <p:nvPr/>
        </p:nvGrpSpPr>
        <p:grpSpPr>
          <ns1:xfrm xmlns:ns1="http://schemas.openxmlformats.org/drawingml/2006/main">
            <ns1:off x="714375" y="4143375"/>
            <ns1:ext cx="1314450" cy="1095375"/>
            <ns1:chOff x="714375" y="4143375"/>
            <ns1:chExt cx="1314450" cy="1095375"/>
          </ns1:xfrm>
        </p:grpSpPr>
        <p:sp>
          <p:nvSpPr>
            <p:cNvPr id="15" name="NODE_14">
              <a:extLst xmlns:a="http://schemas.openxmlformats.org/drawingml/2006/main">
                <a:ext uri="{FF2B5EF4-FFF2-40B4-BE49-F238E27FC236}">
                  <a16:creationId xmlns:a16="http://schemas.microsoft.com/office/drawing/2014/main" id="{090A2AD6-D274-4FC7-8999-06766E285FF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047750" y="4143375"/>
              <a:ext cx="647700" cy="647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11430">
              <a:noFill/>
            </a:ln>
          </p:spPr>
        </p:sp>
        <p:sp>
          <p:nvSpPr>
            <p:cNvPr id="17" name="NODE_14">
              <a:extLst xmlns:a="http://schemas.openxmlformats.org/drawingml/2006/main">
                <a:ext uri="{FF2B5EF4-FFF2-40B4-BE49-F238E27FC236}">
                  <a16:creationId xmlns:a16="http://schemas.microsoft.com/office/drawing/2014/main" id="{D67D2C97-4F95-41D6-BDCF-FB3849F5DB1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14375" y="4838700"/>
              <a:ext cx="1314450" cy="4000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lIns="0" rIns="0" tIns="0" bIns="0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725" b="0">
                  <a:solidFill>
                    <a:srgbClr val="132D40"/>
                  </a:solidFill>
                  <a:latin typeface="Noto Sans JP"/>
                  <a:ea typeface="Noto Sans JP"/>
                  <a:cs typeface="Noto Sans JP"/>
                </a:defRPr>
              </a:pPr>
              <a:r>
                <a:rPr sz="1725" b="0">
                  <a:solidFill>
                    <a:srgbClr val="132D40"/>
                  </a:solidFill>
                  <a:latin typeface="Noto Sans JP"/>
                  <a:ea typeface="Noto Sans JP"/>
                  <a:cs typeface="Noto Sans JP"/>
                </a:rPr>
                <a:t>［実行担当］</a:t>
              </a:r>
            </a:p>
          </p:txBody>
        </p:sp>
      </p:grpSp>
      <p:pic>
        <p:nvPicPr>
          <p:cNvPr id="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28d5e38b7f4bde"/>
          <a:stretch xmlns:a="http://schemas.openxmlformats.org/drawingml/2006/main"/>
        </p:blipFill>
        <p:spPr>
          <a:xfrm xmlns:a="http://schemas.openxmlformats.org/drawingml/2006/main">
            <a:off x="1146552" y="4143375"/>
            <a:ext cx="450097" cy="647700"/>
          </a:xfrm>
          <a:prstGeom xmlns:a="http://schemas.openxmlformats.org/drawingml/2006/main" prst="rect">
            <a:avLst/>
          </a:prstGeom>
        </p:spPr>
      </p:pic>
      <p:grpSp>
        <p:nvGrpSpPr>
          <p:cNvPr id="9003" name="NODE_15"/>
          <p:cNvGrpSpPr/>
          <p:nvPr/>
        </p:nvGrpSpPr>
        <p:grpSpPr>
          <ns1:xfrm xmlns:ns1="http://schemas.openxmlformats.org/drawingml/2006/main">
            <ns1:off x="2857500" y="1981200"/>
            <ns1:ext cx="1809750" cy="590550"/>
            <ns1:chOff x="2857500" y="1981200"/>
            <ns1:chExt cx="1809750" cy="590550"/>
          </ns1:xfrm>
        </p:grpSpPr>
        <p:sp>
          <p:nvSpPr>
            <p:cNvPr id="18" name="NODE_15">
              <a:extLst xmlns:a="http://schemas.openxmlformats.org/drawingml/2006/main">
                <a:ext uri="{FF2B5EF4-FFF2-40B4-BE49-F238E27FC236}">
                  <a16:creationId xmlns:a16="http://schemas.microsoft.com/office/drawing/2014/main" id="{F769BB52-2ECA-473E-9713-3A8E01FBC69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857500" y="1981200"/>
              <a:ext cx="1809750" cy="59055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0F9F8"/>
            </a:solidFill>
            <a:ln xmlns:a="http://schemas.openxmlformats.org/drawingml/2006/main" w="11430">
              <a:solidFill>
                <a:srgbClr val="087F8C"/>
              </a:solidFill>
            </a:ln>
          </p:spPr>
        </p:sp>
        <p:sp>
          <p:nvSpPr>
            <p:cNvPr id="19" name="NODE_15">
              <a:extLst xmlns:a="http://schemas.openxmlformats.org/drawingml/2006/main">
                <a:ext uri="{FF2B5EF4-FFF2-40B4-BE49-F238E27FC236}">
                  <a16:creationId xmlns:a16="http://schemas.microsoft.com/office/drawing/2014/main" id="{A2E1193A-C649-44A4-B943-6BCA1A0FE5C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924175" y="2057400"/>
              <a:ext cx="1676400" cy="4762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lIns="0" rIns="0" tIns="0" bIns="0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800" b="1">
                  <a:solidFill>
                    <a:srgbClr val="087F8C"/>
                  </a:solidFill>
                  <a:latin typeface="Noto Sans JP"/>
                  <a:ea typeface="Noto Sans JP"/>
                  <a:cs typeface="Noto Sans JP"/>
                </a:defRPr>
              </a:pPr>
              <a:r>
                <a:rPr sz="1800" b="1">
                  <a:solidFill>
                    <a:srgbClr val="087F8C"/>
                  </a:solidFill>
                  <a:latin typeface="Noto Sans JP"/>
                  <a:ea typeface="Noto Sans JP"/>
                  <a:cs typeface="Noto Sans JP"/>
                </a:rPr>
                <a:t>［申請］</a:t>
              </a:r>
            </a:p>
          </p:txBody>
        </p:sp>
      </p:grpSp>
      <p:grpSp>
        <p:nvGrpSpPr>
          <p:cNvPr id="9004" name="NODE_16"/>
          <p:cNvGrpSpPr/>
          <p:nvPr/>
        </p:nvGrpSpPr>
        <p:grpSpPr>
          <ns1:xfrm xmlns:ns1="http://schemas.openxmlformats.org/drawingml/2006/main">
            <ns1:off x="5048250" y="3114675"/>
            <ns1:ext cx="1809750" cy="590550"/>
            <ns1:chOff x="5048250" y="3114675"/>
            <ns1:chExt cx="1809750" cy="590550"/>
          </ns1:xfrm>
        </p:grpSpPr>
        <p:sp>
          <p:nvSpPr>
            <p:cNvPr id="20" name="NODE_16">
              <a:extLst xmlns:a="http://schemas.openxmlformats.org/drawingml/2006/main">
                <a:ext uri="{FF2B5EF4-FFF2-40B4-BE49-F238E27FC236}">
                  <a16:creationId xmlns:a16="http://schemas.microsoft.com/office/drawing/2014/main" id="{23D13D45-4ADA-408A-AFD3-8C1D0DDEA08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048250" y="3114675"/>
              <a:ext cx="1809750" cy="59055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0F9F8"/>
            </a:solidFill>
            <a:ln xmlns:a="http://schemas.openxmlformats.org/drawingml/2006/main" w="11430">
              <a:solidFill>
                <a:srgbClr val="087F8C"/>
              </a:solidFill>
            </a:ln>
          </p:spPr>
        </p:sp>
        <p:sp>
          <p:nvSpPr>
            <p:cNvPr id="21" name="NODE_16">
              <a:extLst xmlns:a="http://schemas.openxmlformats.org/drawingml/2006/main">
                <a:ext uri="{FF2B5EF4-FFF2-40B4-BE49-F238E27FC236}">
                  <a16:creationId xmlns:a16="http://schemas.microsoft.com/office/drawing/2014/main" id="{FFBD2FB9-A31A-44B6-9E53-669BF646CB4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114925" y="3190875"/>
              <a:ext cx="1676400" cy="4762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lIns="0" rIns="0" tIns="0" bIns="0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800" b="1">
                  <a:solidFill>
                    <a:srgbClr val="087F8C"/>
                  </a:solidFill>
                  <a:latin typeface="Noto Sans JP"/>
                  <a:ea typeface="Noto Sans JP"/>
                  <a:cs typeface="Noto Sans JP"/>
                </a:defRPr>
              </a:pPr>
              <a:r>
                <a:rPr sz="1800" b="1">
                  <a:solidFill>
                    <a:srgbClr val="087F8C"/>
                  </a:solidFill>
                  <a:latin typeface="Noto Sans JP"/>
                  <a:ea typeface="Noto Sans JP"/>
                  <a:cs typeface="Noto Sans JP"/>
                </a:rPr>
                <a:t>［内容確認］</a:t>
              </a:r>
            </a:p>
          </p:txBody>
        </p:sp>
      </p:grpSp>
      <p:grpSp>
        <p:nvGrpSpPr>
          <p:cNvPr id="9005" name="NODE_17"/>
          <p:cNvGrpSpPr/>
          <p:nvPr/>
        </p:nvGrpSpPr>
        <p:grpSpPr>
          <ns1:xfrm xmlns:ns1="http://schemas.openxmlformats.org/drawingml/2006/main">
            <ns1:off x="7429500" y="3114675"/>
            <ns1:ext cx="1809750" cy="590550"/>
            <ns1:chOff x="7429500" y="3114675"/>
            <ns1:chExt cx="1809750" cy="590550"/>
          </ns1:xfrm>
        </p:grpSpPr>
        <p:sp>
          <p:nvSpPr>
            <p:cNvPr id="22" name="NODE_17">
              <a:extLst xmlns:a="http://schemas.openxmlformats.org/drawingml/2006/main">
                <a:ext uri="{FF2B5EF4-FFF2-40B4-BE49-F238E27FC236}">
                  <a16:creationId xmlns:a16="http://schemas.microsoft.com/office/drawing/2014/main" id="{4246848C-0CEB-411E-8EF1-5B5E3F24A69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429500" y="3114675"/>
              <a:ext cx="1809750" cy="59055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0F9F8"/>
            </a:solidFill>
            <a:ln xmlns:a="http://schemas.openxmlformats.org/drawingml/2006/main" w="11430">
              <a:solidFill>
                <a:srgbClr val="087F8C"/>
              </a:solidFill>
            </a:ln>
          </p:spPr>
        </p:sp>
        <p:sp>
          <p:nvSpPr>
            <p:cNvPr id="23" name="NODE_17">
              <a:extLst xmlns:a="http://schemas.openxmlformats.org/drawingml/2006/main">
                <a:ext uri="{FF2B5EF4-FFF2-40B4-BE49-F238E27FC236}">
                  <a16:creationId xmlns:a16="http://schemas.microsoft.com/office/drawing/2014/main" id="{F9405ECB-3DD9-4664-9822-6E072BDB72E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496175" y="3190875"/>
              <a:ext cx="1676400" cy="4762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lIns="0" rIns="0" tIns="0" bIns="0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800" b="1">
                  <a:solidFill>
                    <a:srgbClr val="087F8C"/>
                  </a:solidFill>
                  <a:latin typeface="Noto Sans JP"/>
                  <a:ea typeface="Noto Sans JP"/>
                  <a:cs typeface="Noto Sans JP"/>
                </a:defRPr>
              </a:pPr>
              <a:r>
                <a:rPr sz="1800" b="1">
                  <a:solidFill>
                    <a:srgbClr val="087F8C"/>
                  </a:solidFill>
                  <a:latin typeface="Noto Sans JP"/>
                  <a:ea typeface="Noto Sans JP"/>
                  <a:cs typeface="Noto Sans JP"/>
                </a:rPr>
                <a:t>［承認］</a:t>
              </a:r>
            </a:p>
          </p:txBody>
        </p:sp>
      </p:grpSp>
      <p:grpSp>
        <p:nvGrpSpPr>
          <p:cNvPr id="9006" name="NODE_18"/>
          <p:cNvGrpSpPr/>
          <p:nvPr/>
        </p:nvGrpSpPr>
        <p:grpSpPr>
          <ns1:xfrm xmlns:ns1="http://schemas.openxmlformats.org/drawingml/2006/main">
            <ns1:off x="9429750" y="4267200"/>
            <ns1:ext cx="1762125" cy="590550"/>
            <ns1:chOff x="9429750" y="4267200"/>
            <ns1:chExt cx="1762125" cy="590550"/>
          </ns1:xfrm>
        </p:grpSpPr>
        <p:sp>
          <p:nvSpPr>
            <p:cNvPr id="24" name="NODE_18">
              <a:extLst xmlns:a="http://schemas.openxmlformats.org/drawingml/2006/main">
                <a:ext uri="{FF2B5EF4-FFF2-40B4-BE49-F238E27FC236}">
                  <a16:creationId xmlns:a16="http://schemas.microsoft.com/office/drawing/2014/main" id="{7889A3B2-5028-4E4E-8084-008B82CB9FC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429750" y="4267200"/>
              <a:ext cx="1762125" cy="59055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0F9F8"/>
            </a:solidFill>
            <a:ln xmlns:a="http://schemas.openxmlformats.org/drawingml/2006/main" w="11430">
              <a:solidFill>
                <a:srgbClr val="087F8C"/>
              </a:solidFill>
            </a:ln>
          </p:spPr>
        </p:sp>
        <p:sp>
          <p:nvSpPr>
            <p:cNvPr id="25" name="NODE_18">
              <a:extLst xmlns:a="http://schemas.openxmlformats.org/drawingml/2006/main">
                <a:ext uri="{FF2B5EF4-FFF2-40B4-BE49-F238E27FC236}">
                  <a16:creationId xmlns:a16="http://schemas.microsoft.com/office/drawing/2014/main" id="{0CE018B0-8DF7-4954-A757-A32FF242B50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496425" y="4343400"/>
              <a:ext cx="1628775" cy="4762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lIns="0" rIns="0" tIns="0" bIns="0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800" b="1">
                  <a:solidFill>
                    <a:srgbClr val="087F8C"/>
                  </a:solidFill>
                  <a:latin typeface="Noto Sans JP"/>
                  <a:ea typeface="Noto Sans JP"/>
                  <a:cs typeface="Noto Sans JP"/>
                </a:defRPr>
              </a:pPr>
              <a:r>
                <a:rPr sz="1800" b="1">
                  <a:solidFill>
                    <a:srgbClr val="087F8C"/>
                  </a:solidFill>
                  <a:latin typeface="Noto Sans JP"/>
                  <a:ea typeface="Noto Sans JP"/>
                  <a:cs typeface="Noto Sans JP"/>
                </a:rPr>
                <a:t>［実行・記録］</a:t>
              </a:r>
            </a:p>
          </p:txBody>
        </p:sp>
      </p:grp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44C5A2B-EBB3-453A-A950-1817E9E80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262188"/>
            <a:ext cx="190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11430">
            <a:solidFill>
              <a:srgbClr val="087F8C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97E0358-B690-48D2-B63F-5A42C2D27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3463" y="2276475"/>
            <a:ext cx="28575" cy="1133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11430">
            <a:solidFill>
              <a:srgbClr val="087F8C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99185F0-A7E5-42CE-8B9D-1609608AC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343275"/>
            <a:ext cx="19050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solidFill>
              <a:srgbClr val="087F8C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44C6A8A-D42E-42CB-9E27-FF12A49E8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395663"/>
            <a:ext cx="285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11430">
            <a:solidFill>
              <a:srgbClr val="087F8C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1FCDC82-D20D-4273-A363-04E5658C5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343275"/>
            <a:ext cx="28575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solidFill>
              <a:srgbClr val="087F8C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99FACA1-6CDC-4CF6-BE90-8912FA177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0088" y="3705225"/>
            <a:ext cx="28575" cy="2809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11430">
            <a:solidFill>
              <a:srgbClr val="087F8C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0D0B1A0-8D0C-42D1-95FE-1D56E955E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971925"/>
            <a:ext cx="1976438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11430">
            <a:solidFill>
              <a:srgbClr val="087F8C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2E7964C-2B94-452E-83E7-27E3208F8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4138" y="3986213"/>
            <a:ext cx="133350" cy="280988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solidFill>
              <a:srgbClr val="087F8C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ACD7239-D337-4FB1-BF95-99E855309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4629150"/>
            <a:ext cx="5429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rIns="0" t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57783"/>
                </a:solidFill>
                <a:latin typeface="Noto Sans JP"/>
                <a:ea typeface="Noto Sans JP"/>
                <a:cs typeface="Noto Sans JP"/>
              </a:defRPr>
            </a:pPr>
            <a:r>
              <a:rPr sz="1650" b="0">
                <a:solidFill>
                  <a:srgbClr val="657783"/>
                </a:solidFill>
                <a:latin typeface="Noto Sans JP"/>
                <a:ea typeface="Noto Sans JP"/>
                <a:cs typeface="Noto Sans JP"/>
              </a:rPr>
              <a:t>不足がある場合は申請者へ差戻し</a:t>
            </a:r>
          </a:p>
        </p:txBody>
      </p:sp>
      <p:grpSp>
        <p:nvGrpSpPr>
          <p:cNvPr id="9007" name="USE_GUIDE"/>
          <p:cNvGrpSpPr/>
          <p:nvPr/>
        </p:nvGrpSpPr>
        <p:grpSpPr>
          <ns1:xfrm xmlns:ns1="http://schemas.openxmlformats.org/drawingml/2006/main">
            <ns1:off x="762000" y="5514975"/>
            <ns1:ext cx="10668000" cy="847725"/>
            <ns1:chOff x="762000" y="5514975"/>
            <ns1:chExt cx="10668000" cy="847725"/>
          </ns1:xfrm>
        </p:grpSpPr>
        <p:sp>
          <p:nvSpPr>
            <p:cNvPr id="35" name="USE_GUIDE">
              <a:extLst xmlns:a="http://schemas.openxmlformats.org/drawingml/2006/main">
                <a:ext uri="{FF2B5EF4-FFF2-40B4-BE49-F238E27FC236}">
                  <a16:creationId xmlns:a16="http://schemas.microsoft.com/office/drawing/2014/main" id="{2AF6825C-E418-450C-9F61-28279484737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62000" y="5514975"/>
              <a:ext cx="10668000" cy="84772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1F8F8"/>
            </a:solidFill>
            <a:ln xmlns:a="http://schemas.openxmlformats.org/drawingml/2006/main" w="11430">
              <a:solidFill>
                <a:srgbClr val="D4E5E7"/>
              </a:solidFill>
            </a:ln>
          </p:spPr>
        </p:sp>
        <p:sp>
          <p:nvSpPr>
            <p:cNvPr id="36" name="USE_GUIDE">
              <a:extLst xmlns:a="http://schemas.openxmlformats.org/drawingml/2006/main">
                <a:ext uri="{FF2B5EF4-FFF2-40B4-BE49-F238E27FC236}">
                  <a16:creationId xmlns:a16="http://schemas.microsoft.com/office/drawing/2014/main" id="{0AEA100D-AFCD-46DA-B860-F0373BA8D7F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14400" y="5553075"/>
              <a:ext cx="10334625" cy="2571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lIns="0" rIns="0" tIns="0" bIns="0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500" b="1">
                  <a:solidFill>
                    <a:srgbClr val="132D40"/>
                  </a:solidFill>
                  <a:latin typeface="Noto Sans JP"/>
                  <a:ea typeface="Noto Sans JP"/>
                  <a:cs typeface="Noto Sans JP"/>
                </a:defRPr>
              </a:pPr>
              <a:r>
                <a:rPr sz="1500" b="1">
                  <a:solidFill>
                    <a:srgbClr val="132D40"/>
                  </a:solidFill>
                  <a:latin typeface="Noto Sans JP"/>
                  <a:ea typeface="Noto Sans JP"/>
                  <a:cs typeface="Noto Sans JP"/>
                </a:rPr>
                <a:t>【目的】作業の順番と担当者を整理する</a:t>
              </a:r>
            </a:p>
          </p:txBody>
        </p:sp>
        <p:sp>
          <p:nvSpPr>
            <p:cNvPr id="37" name="USE_GUIDE">
              <a:extLst xmlns:a="http://schemas.openxmlformats.org/drawingml/2006/main">
                <a:ext uri="{FF2B5EF4-FFF2-40B4-BE49-F238E27FC236}">
                  <a16:creationId xmlns:a16="http://schemas.microsoft.com/office/drawing/2014/main" id="{C3AB3F87-CB78-4D90-A0EA-0552E9BCF25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14400" y="5819775"/>
              <a:ext cx="10334625" cy="266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lIns="0" rIns="0" tIns="0" bIns="0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500" b="0">
                  <a:solidFill>
                    <a:srgbClr val="132D40"/>
                  </a:solidFill>
                  <a:latin typeface="Noto Sans JP"/>
                  <a:ea typeface="Noto Sans JP"/>
                  <a:cs typeface="Noto Sans JP"/>
                </a:defRPr>
              </a:pPr>
              <a:r>
                <a:rPr sz="1500" b="0">
                  <a:solidFill>
                    <a:srgbClr val="132D40"/>
                  </a:solidFill>
                  <a:latin typeface="Noto Sans JP"/>
                  <a:ea typeface="Noto Sans JP"/>
                  <a:cs typeface="Noto Sans JP"/>
                </a:rPr>
                <a:t>【構図】左に担当者、横方向に作業。担当が変わる場所で矢印を下の段へ渡す</a:t>
              </a:r>
            </a:p>
          </p:txBody>
        </p:sp>
        <p:sp>
          <p:nvSpPr>
            <p:cNvPr id="38" name="USE_GUIDE">
              <a:extLst xmlns:a="http://schemas.openxmlformats.org/drawingml/2006/main">
                <a:ext uri="{FF2B5EF4-FFF2-40B4-BE49-F238E27FC236}">
                  <a16:creationId xmlns:a16="http://schemas.microsoft.com/office/drawing/2014/main" id="{49191BFF-4AEC-45EA-A962-5674A8909A9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14400" y="6086475"/>
              <a:ext cx="10334625" cy="2476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lIns="0" rIns="0" tIns="0" bIns="0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350" b="0">
                  <a:solidFill>
                    <a:srgbClr val="657783"/>
                  </a:solidFill>
                  <a:latin typeface="Noto Sans JP"/>
                  <a:ea typeface="Noto Sans JP"/>
                  <a:cs typeface="Noto Sans JP"/>
                </a:defRPr>
              </a:pPr>
              <a:r>
                <a:rPr sz="1350" b="0">
                  <a:solidFill>
                    <a:srgbClr val="657783"/>
                  </a:solidFill>
                  <a:latin typeface="Noto Sans JP"/>
                  <a:ea typeface="Noto Sans JP"/>
                  <a:cs typeface="Noto Sans JP"/>
                </a:rPr>
                <a:t>【効果】手順だけでなく、誰の作業かが分かる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8059685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79de0f07774173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E68234-6ACE-44BF-B518-5D932C35B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rIns="0" t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32D40"/>
                </a:solidFill>
                <a:latin typeface="Noto Sans JP"/>
                <a:ea typeface="Noto Sans JP"/>
                <a:cs typeface="Noto Sans JP"/>
              </a:defRPr>
            </a:pPr>
            <a:r>
              <a:rPr sz="3000" b="1">
                <a:solidFill>
                  <a:srgbClr val="132D40"/>
                </a:solidFill>
                <a:latin typeface="Noto Sans JP"/>
                <a:ea typeface="Noto Sans JP"/>
                <a:cs typeface="Noto Sans JP"/>
              </a:rPr>
              <a:t>03  障害対応と判断の分岐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6B5990-6C3A-4D1B-9001-67DB8BCB2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190625"/>
            <a:ext cx="495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11430">
            <a:solidFill>
              <a:srgbClr val="087F8C"/>
            </a:solidFill>
          </a:ln>
        </p:spPr>
      </p:sp>
      <p:sp>
        <p:nvSpPr>
          <p:cNvPr id="4" name="PAGE_NUMBER">
            <a:extLst xmlns:a="http://schemas.openxmlformats.org/drawingml/2006/main">
              <a:ext uri="{FF2B5EF4-FFF2-40B4-BE49-F238E27FC236}">
                <a16:creationId xmlns:a16="http://schemas.microsoft.com/office/drawing/2014/main" id="{5A284523-8F8C-4D8F-9729-43E24E6E1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95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rIns="0" t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57783"/>
                </a:solidFill>
                <a:latin typeface="Noto Sans JP"/>
                <a:ea typeface="Noto Sans JP"/>
                <a:cs typeface="Noto Sans JP"/>
              </a:defRPr>
            </a:pPr>
            <a:fld id="{2CA4B159-210A-412D-8533-2ACC79CE4FBA}" type="slidenum">
              <a:rPr sz="1350" b="0">
                <a:solidFill>
                  <a:srgbClr val="657783"/>
                </a:solidFill>
                <a:latin typeface="Noto Sans JP"/>
                <a:ea typeface="Noto Sans JP"/>
                <a:cs typeface="Noto Sans JP"/>
              </a:rPr>
              <a:t>5</a:t>
            </a:fld>
            <a:r>
              <a:rPr sz="1350" b="0">
                <a:solidFill>
                  <a:srgbClr val="657783"/>
                </a:solidFill>
                <a:latin typeface="Noto Sans JP"/>
                <a:ea typeface="Noto Sans JP"/>
                <a:cs typeface="Noto Sans JP"/>
              </a:rPr>
              <a:t> / 22</a:t>
            </a:r>
          </a:p>
        </p:txBody>
      </p:sp>
      <p:grpSp>
        <p:nvGrpSpPr>
          <p:cNvPr id="9000" name="NODE_19"/>
          <p:cNvGrpSpPr/>
          <p:nvPr/>
        </p:nvGrpSpPr>
        <p:grpSpPr>
          <ns1:xfrm xmlns:ns1="http://schemas.openxmlformats.org/drawingml/2006/main">
            <ns1:off x="523875" y="2314575"/>
            <ns1:ext cx="1762125" cy="1543050"/>
            <ns1:chOff x="523875" y="2314575"/>
            <ns1:chExt cx="1762125" cy="1543050"/>
          </ns1:xfrm>
        </p:grpSpPr>
        <p:sp>
          <p:nvSpPr>
            <p:cNvPr id="5" name="NODE_19">
              <a:extLst xmlns:a="http://schemas.openxmlformats.org/drawingml/2006/main">
                <a:ext uri="{FF2B5EF4-FFF2-40B4-BE49-F238E27FC236}">
                  <a16:creationId xmlns:a16="http://schemas.microsoft.com/office/drawing/2014/main" id="{2D623E20-BF2A-426E-A775-136ABB19F92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57250" y="2314575"/>
              <a:ext cx="1095375" cy="10953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11430">
              <a:noFill/>
            </a:ln>
          </p:spPr>
        </p:sp>
        <p:sp>
          <p:nvSpPr>
            <p:cNvPr id="7" name="NODE_19">
              <a:extLst xmlns:a="http://schemas.openxmlformats.org/drawingml/2006/main">
                <a:ext uri="{FF2B5EF4-FFF2-40B4-BE49-F238E27FC236}">
                  <a16:creationId xmlns:a16="http://schemas.microsoft.com/office/drawing/2014/main" id="{0634B48A-5346-4681-BB3C-DE3C2158BF7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23875" y="3457575"/>
              <a:ext cx="1762125" cy="4000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lIns="0" rIns="0" tIns="0" bIns="0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725" b="0">
                  <a:solidFill>
                    <a:srgbClr val="132D40"/>
                  </a:solidFill>
                  <a:latin typeface="Noto Sans JP"/>
                  <a:ea typeface="Noto Sans JP"/>
                  <a:cs typeface="Noto Sans JP"/>
                </a:defRPr>
              </a:pPr>
              <a:r>
                <a:rPr sz="1725" b="0">
                  <a:solidFill>
                    <a:srgbClr val="132D40"/>
                  </a:solidFill>
                  <a:latin typeface="Noto Sans JP"/>
                  <a:ea typeface="Noto Sans JP"/>
                  <a:cs typeface="Noto Sans JP"/>
                </a:rPr>
                <a:t>［異常検知］</a:t>
              </a:r>
            </a:p>
          </p:txBody>
        </p:sp>
      </p:grp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c2fc99281a419e"/>
          <a:stretch xmlns:a="http://schemas.openxmlformats.org/drawingml/2006/main"/>
        </p:blipFill>
        <p:spPr>
          <a:xfrm xmlns:a="http://schemas.openxmlformats.org/drawingml/2006/main">
            <a:off x="934146" y="2314575"/>
            <a:ext cx="941583" cy="1095375"/>
          </a:xfrm>
          <a:prstGeom xmlns:a="http://schemas.openxmlformats.org/drawingml/2006/main" prst="rect">
            <a:avLst/>
          </a:prstGeom>
        </p:spPr>
      </p:pic>
      <p:grpSp>
        <p:nvGrpSpPr>
          <p:cNvPr id="9001" name="NODE_20"/>
          <p:cNvGrpSpPr/>
          <p:nvPr/>
        </p:nvGrpSpPr>
        <p:grpSpPr>
          <ns1:xfrm xmlns:ns1="http://schemas.openxmlformats.org/drawingml/2006/main">
            <ns1:off x="2571750" y="2600325"/>
            <ns1:ext cx="1905000" cy="590550"/>
            <ns1:chOff x="2571750" y="2600325"/>
            <ns1:chExt cx="1905000" cy="590550"/>
          </ns1:xfrm>
        </p:grpSpPr>
        <p:sp>
          <p:nvSpPr>
            <p:cNvPr id="8" name="NODE_20">
              <a:extLst xmlns:a="http://schemas.openxmlformats.org/drawingml/2006/main">
                <a:ext uri="{FF2B5EF4-FFF2-40B4-BE49-F238E27FC236}">
                  <a16:creationId xmlns:a16="http://schemas.microsoft.com/office/drawing/2014/main" id="{AFF5B537-BE4C-4B7B-8EC0-C69DB808879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571750" y="2600325"/>
              <a:ext cx="1905000" cy="59055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0F9F8"/>
            </a:solidFill>
            <a:ln xmlns:a="http://schemas.openxmlformats.org/drawingml/2006/main" w="11430">
              <a:solidFill>
                <a:srgbClr val="087F8C"/>
              </a:solidFill>
            </a:ln>
          </p:spPr>
        </p:sp>
        <p:sp>
          <p:nvSpPr>
            <p:cNvPr id="9" name="NODE_20">
              <a:extLst xmlns:a="http://schemas.openxmlformats.org/drawingml/2006/main">
                <a:ext uri="{FF2B5EF4-FFF2-40B4-BE49-F238E27FC236}">
                  <a16:creationId xmlns:a16="http://schemas.microsoft.com/office/drawing/2014/main" id="{93A1A2D8-5825-49C7-B4A0-73E71C08D12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638425" y="2676525"/>
              <a:ext cx="1771650" cy="4762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lIns="0" rIns="0" tIns="0" bIns="0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800" b="1">
                  <a:solidFill>
                    <a:srgbClr val="087F8C"/>
                  </a:solidFill>
                  <a:latin typeface="Noto Sans JP"/>
                  <a:ea typeface="Noto Sans JP"/>
                  <a:cs typeface="Noto Sans JP"/>
                </a:defRPr>
              </a:pPr>
              <a:r>
                <a:rPr sz="1800" b="1">
                  <a:solidFill>
                    <a:srgbClr val="087F8C"/>
                  </a:solidFill>
                  <a:latin typeface="Noto Sans JP"/>
                  <a:ea typeface="Noto Sans JP"/>
                  <a:cs typeface="Noto Sans JP"/>
                </a:rPr>
                <a:t>［受付・確認］</a:t>
              </a:r>
            </a:p>
          </p:txBody>
        </p:sp>
      </p:grp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E08554-6730-486C-A2DD-ABD25C566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257425"/>
            <a:ext cx="2000250" cy="13335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0F9F8"/>
          </a:solidFill>
          <a:ln xmlns:a="http://schemas.openxmlformats.org/drawingml/2006/main" w="19050">
            <a:solidFill>
              <a:srgbClr val="087F8C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B3BD67-8CA7-47A6-B5B9-18642169D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562225"/>
            <a:ext cx="13811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rIns="0" t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7F8C"/>
                </a:solidFill>
                <a:latin typeface="Noto Sans JP"/>
                <a:ea typeface="Noto Sans JP"/>
                <a:cs typeface="Noto Sans JP"/>
              </a:defRPr>
            </a:pPr>
            <a:r>
              <a:rPr sz="1725" b="1">
                <a:solidFill>
                  <a:srgbClr val="087F8C"/>
                </a:solidFill>
                <a:latin typeface="Noto Sans JP"/>
                <a:ea typeface="Noto Sans JP"/>
                <a:cs typeface="Noto Sans JP"/>
              </a:rPr>
              <a:t>［現地対応</a:t>
            </a:r>
          </a:p>
          <a:p xmlns:a="http://schemas.openxmlformats.org/drawingml/2006/main">
            <a:pPr algn="ctr">
              <a:defRPr sz="1725" b="1">
                <a:solidFill>
                  <a:srgbClr val="087F8C"/>
                </a:solidFill>
                <a:latin typeface="Noto Sans JP"/>
                <a:ea typeface="Noto Sans JP"/>
                <a:cs typeface="Noto Sans JP"/>
              </a:defRPr>
            </a:pPr>
            <a:r>
              <a:rPr sz="1725" b="1">
                <a:solidFill>
                  <a:srgbClr val="087F8C"/>
                </a:solidFill>
                <a:latin typeface="Noto Sans JP"/>
                <a:ea typeface="Noto Sans JP"/>
                <a:cs typeface="Noto Sans JP"/>
              </a:rPr>
              <a:t>が必要？］</a:t>
            </a:r>
          </a:p>
        </p:txBody>
      </p:sp>
      <p:grpSp>
        <p:nvGrpSpPr>
          <p:cNvPr id="9002" name="NODE_21"/>
          <p:cNvGrpSpPr/>
          <p:nvPr/>
        </p:nvGrpSpPr>
        <p:grpSpPr>
          <ns1:xfrm xmlns:ns1="http://schemas.openxmlformats.org/drawingml/2006/main">
            <ns1:off x="8181975" y="1809750"/>
            <ns1:ext cx="2476500" cy="590550"/>
            <ns1:chOff x="8181975" y="1809750"/>
            <ns1:chExt cx="2476500" cy="590550"/>
          </ns1:xfrm>
        </p:grpSpPr>
        <p:sp>
          <p:nvSpPr>
            <p:cNvPr id="12" name="NODE_21">
              <a:extLst xmlns:a="http://schemas.openxmlformats.org/drawingml/2006/main">
                <a:ext uri="{FF2B5EF4-FFF2-40B4-BE49-F238E27FC236}">
                  <a16:creationId xmlns:a16="http://schemas.microsoft.com/office/drawing/2014/main" id="{52DA4DB0-6D79-45D5-9572-CB5ABCFE15F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181975" y="1809750"/>
              <a:ext cx="2476500" cy="59055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0F9F8"/>
            </a:solidFill>
            <a:ln xmlns:a="http://schemas.openxmlformats.org/drawingml/2006/main" w="11430">
              <a:solidFill>
                <a:srgbClr val="087F8C"/>
              </a:solidFill>
            </a:ln>
          </p:spPr>
        </p:sp>
        <p:sp>
          <p:nvSpPr>
            <p:cNvPr id="13" name="NODE_21">
              <a:extLst xmlns:a="http://schemas.openxmlformats.org/drawingml/2006/main">
                <a:ext uri="{FF2B5EF4-FFF2-40B4-BE49-F238E27FC236}">
                  <a16:creationId xmlns:a16="http://schemas.microsoft.com/office/drawing/2014/main" id="{BD513118-8AE3-436A-9813-5C20D499CE4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248650" y="1885950"/>
              <a:ext cx="2343150" cy="4762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lIns="0" rIns="0" tIns="0" bIns="0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800" b="1">
                  <a:solidFill>
                    <a:srgbClr val="087F8C"/>
                  </a:solidFill>
                  <a:latin typeface="Noto Sans JP"/>
                  <a:ea typeface="Noto Sans JP"/>
                  <a:cs typeface="Noto Sans JP"/>
                </a:defRPr>
              </a:pPr>
              <a:r>
                <a:rPr sz="1800" b="1">
                  <a:solidFill>
                    <a:srgbClr val="087F8C"/>
                  </a:solidFill>
                  <a:latin typeface="Noto Sans JP"/>
                  <a:ea typeface="Noto Sans JP"/>
                  <a:cs typeface="Noto Sans JP"/>
                </a:rPr>
                <a:t>［担当へ連絡］</a:t>
              </a:r>
            </a:p>
          </p:txBody>
        </p:sp>
      </p:grpSp>
      <p:grpSp>
        <p:nvGrpSpPr>
          <p:cNvPr id="9003" name="NODE_22"/>
          <p:cNvGrpSpPr/>
          <p:nvPr/>
        </p:nvGrpSpPr>
        <p:grpSpPr>
          <ns1:xfrm xmlns:ns1="http://schemas.openxmlformats.org/drawingml/2006/main">
            <ns1:off x="8181975" y="3686175"/>
            <ns1:ext cx="2476500" cy="590550"/>
            <ns1:chOff x="8181975" y="3686175"/>
            <ns1:chExt cx="2476500" cy="590550"/>
          </ns1:xfrm>
        </p:grpSpPr>
        <p:sp>
          <p:nvSpPr>
            <p:cNvPr id="14" name="NODE_22">
              <a:extLst xmlns:a="http://schemas.openxmlformats.org/drawingml/2006/main">
                <a:ext uri="{FF2B5EF4-FFF2-40B4-BE49-F238E27FC236}">
                  <a16:creationId xmlns:a16="http://schemas.microsoft.com/office/drawing/2014/main" id="{75C36B20-A8A1-454B-A967-C80903B7607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181975" y="3686175"/>
              <a:ext cx="2476500" cy="59055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0F9F8"/>
            </a:solidFill>
            <a:ln xmlns:a="http://schemas.openxmlformats.org/drawingml/2006/main" w="11430">
              <a:solidFill>
                <a:srgbClr val="087F8C"/>
              </a:solidFill>
            </a:ln>
          </p:spPr>
        </p:sp>
        <p:sp>
          <p:nvSpPr>
            <p:cNvPr id="15" name="NODE_22">
              <a:extLst xmlns:a="http://schemas.openxmlformats.org/drawingml/2006/main">
                <a:ext uri="{FF2B5EF4-FFF2-40B4-BE49-F238E27FC236}">
                  <a16:creationId xmlns:a16="http://schemas.microsoft.com/office/drawing/2014/main" id="{C073F078-D829-4146-829A-E5BC23CE407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248650" y="3762375"/>
              <a:ext cx="2343150" cy="4762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lIns="0" rIns="0" tIns="0" bIns="0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800" b="1">
                  <a:solidFill>
                    <a:srgbClr val="087F8C"/>
                  </a:solidFill>
                  <a:latin typeface="Noto Sans JP"/>
                  <a:ea typeface="Noto Sans JP"/>
                  <a:cs typeface="Noto Sans JP"/>
                </a:defRPr>
              </a:pPr>
              <a:r>
                <a:rPr sz="1800" b="1">
                  <a:solidFill>
                    <a:srgbClr val="087F8C"/>
                  </a:solidFill>
                  <a:latin typeface="Noto Sans JP"/>
                  <a:ea typeface="Noto Sans JP"/>
                  <a:cs typeface="Noto Sans JP"/>
                </a:rPr>
                <a:t>［遠隔で復旧］</a:t>
              </a:r>
            </a:p>
          </p:txBody>
        </p:sp>
      </p:grp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66C2DB-AA49-4D92-92D6-171BAF7C7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2847975"/>
            <a:ext cx="523875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solidFill>
              <a:srgbClr val="087F8C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BF8FF2-E8B3-4677-BCC1-4B42B4355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881313"/>
            <a:ext cx="309563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11430">
            <a:solidFill>
              <a:srgbClr val="087F8C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6F28D8-BCEC-46B4-BEEA-3066FA632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2895600"/>
            <a:ext cx="285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11430">
            <a:solidFill>
              <a:srgbClr val="087F8C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AF3FFD5-1B90-4FB4-9987-ECC552A9D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6313" y="2857500"/>
            <a:ext cx="309563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solidFill>
              <a:srgbClr val="087F8C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B33B88-2289-4996-B0A9-3E6A2A39E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1713" y="2105025"/>
            <a:ext cx="285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11430">
            <a:solidFill>
              <a:srgbClr val="087F8C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44F2D87-1AD1-431C-902D-9BCE68A18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38350"/>
            <a:ext cx="2085975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solidFill>
              <a:srgbClr val="087F8C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7BAAC76-23F3-4E7B-97EE-ACE1B6FAD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1713" y="3590925"/>
            <a:ext cx="2857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11430">
            <a:solidFill>
              <a:srgbClr val="087F8C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7F000D2-CC92-47C7-B2E0-9314CBFCD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914775"/>
            <a:ext cx="2085975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solidFill>
              <a:srgbClr val="087F8C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A8DA199-28FB-4877-9E31-80F33E664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43075"/>
            <a:ext cx="762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rIns="0" t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87F8C"/>
                </a:solidFill>
                <a:latin typeface="Noto Sans JP"/>
                <a:ea typeface="Noto Sans JP"/>
                <a:cs typeface="Noto Sans JP"/>
              </a:defRPr>
            </a:pPr>
            <a:r>
              <a:rPr sz="1650" b="0">
                <a:solidFill>
                  <a:srgbClr val="087F8C"/>
                </a:solidFill>
                <a:latin typeface="Noto Sans JP"/>
                <a:ea typeface="Noto Sans JP"/>
                <a:cs typeface="Noto Sans JP"/>
              </a:rPr>
              <a:t>はい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A32BB0F-3C5D-42D8-A6F7-7D888FB5C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229100"/>
            <a:ext cx="95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rIns="0" t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87F8C"/>
                </a:solidFill>
                <a:latin typeface="Noto Sans JP"/>
                <a:ea typeface="Noto Sans JP"/>
                <a:cs typeface="Noto Sans JP"/>
              </a:defRPr>
            </a:pPr>
            <a:r>
              <a:rPr sz="1650" b="0">
                <a:solidFill>
                  <a:srgbClr val="087F8C"/>
                </a:solidFill>
                <a:latin typeface="Noto Sans JP"/>
                <a:ea typeface="Noto Sans JP"/>
                <a:cs typeface="Noto Sans JP"/>
              </a:rPr>
              <a:t>いいえ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373D42B-3A6C-449A-AABC-34175900E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4552950"/>
            <a:ext cx="809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rIns="0" t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32D40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0">
                <a:solidFill>
                  <a:srgbClr val="132D40"/>
                </a:solidFill>
                <a:latin typeface="Noto Sans JP"/>
                <a:ea typeface="Noto Sans JP"/>
                <a:cs typeface="Noto Sans JP"/>
              </a:rPr>
              <a:t>判断条件：［例：設備停止の有無］</a:t>
            </a:r>
          </a:p>
        </p:txBody>
      </p:sp>
      <p:grpSp>
        <p:nvGrpSpPr>
          <p:cNvPr id="9004" name="USE_GUIDE"/>
          <p:cNvGrpSpPr/>
          <p:nvPr/>
        </p:nvGrpSpPr>
        <p:grpSpPr>
          <ns1:xfrm xmlns:ns1="http://schemas.openxmlformats.org/drawingml/2006/main">
            <ns1:off x="762000" y="5514975"/>
            <ns1:ext cx="10668000" cy="847725"/>
            <ns1:chOff x="762000" y="5514975"/>
            <ns1:chExt cx="10668000" cy="847725"/>
          </ns1:xfrm>
        </p:grpSpPr>
        <p:sp>
          <p:nvSpPr>
            <p:cNvPr id="27" name="USE_GUIDE">
              <a:extLst xmlns:a="http://schemas.openxmlformats.org/drawingml/2006/main">
                <a:ext uri="{FF2B5EF4-FFF2-40B4-BE49-F238E27FC236}">
                  <a16:creationId xmlns:a16="http://schemas.microsoft.com/office/drawing/2014/main" id="{6A8EB317-0AD8-4A1B-84B9-82679EA4B26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62000" y="5514975"/>
              <a:ext cx="10668000" cy="84772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1F8F8"/>
            </a:solidFill>
            <a:ln xmlns:a="http://schemas.openxmlformats.org/drawingml/2006/main" w="11430">
              <a:solidFill>
                <a:srgbClr val="D4E5E7"/>
              </a:solidFill>
            </a:ln>
          </p:spPr>
        </p:sp>
        <p:sp>
          <p:nvSpPr>
            <p:cNvPr id="28" name="USE_GUIDE">
              <a:extLst xmlns:a="http://schemas.openxmlformats.org/drawingml/2006/main">
                <a:ext uri="{FF2B5EF4-FFF2-40B4-BE49-F238E27FC236}">
                  <a16:creationId xmlns:a16="http://schemas.microsoft.com/office/drawing/2014/main" id="{C67A851E-499B-40BF-A12B-AA9CA51E887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14400" y="5553075"/>
              <a:ext cx="10334625" cy="2571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lIns="0" rIns="0" tIns="0" bIns="0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500" b="1">
                  <a:solidFill>
                    <a:srgbClr val="132D40"/>
                  </a:solidFill>
                  <a:latin typeface="Noto Sans JP"/>
                  <a:ea typeface="Noto Sans JP"/>
                  <a:cs typeface="Noto Sans JP"/>
                </a:defRPr>
              </a:pPr>
              <a:r>
                <a:rPr sz="1500" b="1">
                  <a:solidFill>
                    <a:srgbClr val="132D40"/>
                  </a:solidFill>
                  <a:latin typeface="Noto Sans JP"/>
                  <a:ea typeface="Noto Sans JP"/>
                  <a:cs typeface="Noto Sans JP"/>
                </a:rPr>
                <a:t>【目的】異常発生時に迷わず次の行動を選べるようにする</a:t>
              </a:r>
            </a:p>
          </p:txBody>
        </p:sp>
        <p:sp>
          <p:nvSpPr>
            <p:cNvPr id="29" name="USE_GUIDE">
              <a:extLst xmlns:a="http://schemas.openxmlformats.org/drawingml/2006/main">
                <a:ext uri="{FF2B5EF4-FFF2-40B4-BE49-F238E27FC236}">
                  <a16:creationId xmlns:a16="http://schemas.microsoft.com/office/drawing/2014/main" id="{A31298F6-6A74-4EA5-BEF0-618BA00E358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14400" y="5819775"/>
              <a:ext cx="10334625" cy="266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lIns="0" rIns="0" tIns="0" bIns="0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500" b="0">
                  <a:solidFill>
                    <a:srgbClr val="132D40"/>
                  </a:solidFill>
                  <a:latin typeface="Noto Sans JP"/>
                  <a:ea typeface="Noto Sans JP"/>
                  <a:cs typeface="Noto Sans JP"/>
                </a:defRPr>
              </a:pPr>
              <a:r>
                <a:rPr sz="1500" b="0">
                  <a:solidFill>
                    <a:srgbClr val="132D40"/>
                  </a:solidFill>
                  <a:latin typeface="Noto Sans JP"/>
                  <a:ea typeface="Noto Sans JP"/>
                  <a:cs typeface="Noto Sans JP"/>
                </a:rPr>
                <a:t>【構図】左から検知と確認、中央に判断、右上・右下に分岐先を置く</a:t>
              </a:r>
            </a:p>
          </p:txBody>
        </p:sp>
        <p:sp>
          <p:nvSpPr>
            <p:cNvPr id="30" name="USE_GUIDE">
              <a:extLst xmlns:a="http://schemas.openxmlformats.org/drawingml/2006/main">
                <a:ext uri="{FF2B5EF4-FFF2-40B4-BE49-F238E27FC236}">
                  <a16:creationId xmlns:a16="http://schemas.microsoft.com/office/drawing/2014/main" id="{C7906CFB-EBFD-4DD3-AB9E-98DC81E8EBF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14400" y="6086475"/>
              <a:ext cx="10334625" cy="2476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lIns="0" rIns="0" tIns="0" bIns="0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350" b="0">
                  <a:solidFill>
                    <a:srgbClr val="657783"/>
                  </a:solidFill>
                  <a:latin typeface="Noto Sans JP"/>
                  <a:ea typeface="Noto Sans JP"/>
                  <a:cs typeface="Noto Sans JP"/>
                </a:defRPr>
              </a:pPr>
              <a:r>
                <a:rPr sz="1350" b="0">
                  <a:solidFill>
                    <a:srgbClr val="657783"/>
                  </a:solidFill>
                  <a:latin typeface="Noto Sans JP"/>
                  <a:ea typeface="Noto Sans JP"/>
                  <a:cs typeface="Noto Sans JP"/>
                </a:rPr>
                <a:t>【効果】判断条件と対応先を一度に説明できる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2389292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58c1474c034c64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548461-6FAF-44E3-BAA5-99BAB8FA5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rIns="0" t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32D40"/>
                </a:solidFill>
                <a:latin typeface="Noto Sans JP"/>
                <a:ea typeface="Noto Sans JP"/>
                <a:cs typeface="Noto Sans JP"/>
              </a:defRPr>
            </a:pPr>
            <a:r>
              <a:rPr sz="3000" b="1">
                <a:solidFill>
                  <a:srgbClr val="132D40"/>
                </a:solidFill>
                <a:latin typeface="Noto Sans JP"/>
                <a:ea typeface="Noto Sans JP"/>
                <a:cs typeface="Noto Sans JP"/>
              </a:rPr>
              <a:t>04  導入前・導入後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785ACE-0A0B-4EC1-9E4D-301C8DE52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190625"/>
            <a:ext cx="495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11430">
            <a:solidFill>
              <a:srgbClr val="087F8C"/>
            </a:solidFill>
          </a:ln>
        </p:spPr>
      </p:sp>
      <p:sp>
        <p:nvSpPr>
          <p:cNvPr id="4" name="PAGE_NUMBER">
            <a:extLst xmlns:a="http://schemas.openxmlformats.org/drawingml/2006/main">
              <a:ext uri="{FF2B5EF4-FFF2-40B4-BE49-F238E27FC236}">
                <a16:creationId xmlns:a16="http://schemas.microsoft.com/office/drawing/2014/main" id="{062E5B7E-70AC-4D3C-9AC9-642775D2B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95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rIns="0" t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57783"/>
                </a:solidFill>
                <a:latin typeface="Noto Sans JP"/>
                <a:ea typeface="Noto Sans JP"/>
                <a:cs typeface="Noto Sans JP"/>
              </a:defRPr>
            </a:pPr>
            <a:fld id="{E9BFCD94-0EB4-4BA2-ABD8-239EA9C38376}" type="slidenum">
              <a:rPr sz="1350" b="0">
                <a:solidFill>
                  <a:srgbClr val="657783"/>
                </a:solidFill>
                <a:latin typeface="Noto Sans JP"/>
                <a:ea typeface="Noto Sans JP"/>
                <a:cs typeface="Noto Sans JP"/>
              </a:rPr>
              <a:t>6</a:t>
            </a:fld>
            <a:r>
              <a:rPr sz="1350" b="0">
                <a:solidFill>
                  <a:srgbClr val="657783"/>
                </a:solidFill>
                <a:latin typeface="Noto Sans JP"/>
                <a:ea typeface="Noto Sans JP"/>
                <a:cs typeface="Noto Sans JP"/>
              </a:rPr>
              <a:t> / 22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52020D-B23B-434C-9665-B115FDE68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1438275"/>
            <a:ext cx="4000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rIns="0" t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657783"/>
                </a:solidFill>
                <a:latin typeface="Noto Sans JP"/>
                <a:ea typeface="Noto Sans JP"/>
                <a:cs typeface="Noto Sans JP"/>
              </a:defRPr>
            </a:pPr>
            <a:r>
              <a:rPr sz="2250" b="1">
                <a:solidFill>
                  <a:srgbClr val="657783"/>
                </a:solidFill>
                <a:latin typeface="Noto Sans JP"/>
                <a:ea typeface="Noto Sans JP"/>
                <a:cs typeface="Noto Sans JP"/>
              </a:rPr>
              <a:t>導入前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DA6094-AC80-4C45-B3F6-AFE66AE6C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1438275"/>
            <a:ext cx="4000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rIns="0" t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87F8C"/>
                </a:solidFill>
                <a:latin typeface="Noto Sans JP"/>
                <a:ea typeface="Noto Sans JP"/>
                <a:cs typeface="Noto Sans JP"/>
              </a:defRPr>
            </a:pPr>
            <a:r>
              <a:rPr sz="2250" b="1">
                <a:solidFill>
                  <a:srgbClr val="087F8C"/>
                </a:solidFill>
                <a:latin typeface="Noto Sans JP"/>
                <a:ea typeface="Noto Sans JP"/>
                <a:cs typeface="Noto Sans JP"/>
              </a:rPr>
              <a:t>導入後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CE9204-D63D-443D-BAAC-CBBB45D9B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524000"/>
            <a:ext cx="9525" cy="3552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E5E7"/>
          </a:solidFill>
          <a:ln xmlns:a="http://schemas.openxmlformats.org/drawingml/2006/main" w="11430">
            <a:solidFill>
              <a:srgbClr val="D3E5E7"/>
            </a:solidFill>
          </a:ln>
        </p:spPr>
      </p:sp>
      <p:grpSp>
        <p:nvGrpSpPr>
          <p:cNvPr id="9000" name="NODE_23"/>
          <p:cNvGrpSpPr/>
          <p:nvPr/>
        </p:nvGrpSpPr>
        <p:grpSpPr>
          <ns1:xfrm xmlns:ns1="http://schemas.openxmlformats.org/drawingml/2006/main">
            <ns1:off x="1666875" y="2095500"/>
            <ns1:ext cx="1905000" cy="1685925"/>
            <ns1:chOff x="1666875" y="2095500"/>
            <ns1:chExt cx="1905000" cy="1685925"/>
          </ns1:xfrm>
        </p:grpSpPr>
        <p:sp>
          <p:nvSpPr>
            <p:cNvPr id="8" name="NODE_23">
              <a:extLst xmlns:a="http://schemas.openxmlformats.org/drawingml/2006/main">
                <a:ext uri="{FF2B5EF4-FFF2-40B4-BE49-F238E27FC236}">
                  <a16:creationId xmlns:a16="http://schemas.microsoft.com/office/drawing/2014/main" id="{A50B95CD-1AB1-4861-B805-9873D9A8E8D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000250" y="2095500"/>
              <a:ext cx="1238250" cy="12382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11430">
              <a:noFill/>
            </a:ln>
          </p:spPr>
        </p:sp>
        <p:sp>
          <p:nvSpPr>
            <p:cNvPr id="10" name="NODE_23">
              <a:extLst xmlns:a="http://schemas.openxmlformats.org/drawingml/2006/main">
                <a:ext uri="{FF2B5EF4-FFF2-40B4-BE49-F238E27FC236}">
                  <a16:creationId xmlns:a16="http://schemas.microsoft.com/office/drawing/2014/main" id="{8075D50B-965B-442A-B3D7-EF78E7848E7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666875" y="3381375"/>
              <a:ext cx="1905000" cy="4000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lIns="0" rIns="0" tIns="0" bIns="0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725" b="0">
                  <a:solidFill>
                    <a:srgbClr val="132D40"/>
                  </a:solidFill>
                  <a:latin typeface="Noto Sans JP"/>
                  <a:ea typeface="Noto Sans JP"/>
                  <a:cs typeface="Noto Sans JP"/>
                </a:defRPr>
              </a:pPr>
              <a:r>
                <a:rPr sz="1725" b="0">
                  <a:solidFill>
                    <a:srgbClr val="132D40"/>
                  </a:solidFill>
                  <a:latin typeface="Noto Sans JP"/>
                  <a:ea typeface="Noto Sans JP"/>
                  <a:cs typeface="Noto Sans JP"/>
                </a:rPr>
                <a:t>［現地で確認］</a:t>
              </a:r>
            </a:p>
          </p:txBody>
        </p:sp>
      </p:grp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3b8d231a004fdd"/>
          <a:stretch xmlns:a="http://schemas.openxmlformats.org/drawingml/2006/main"/>
        </p:blipFill>
        <p:spPr>
          <a:xfrm xmlns:a="http://schemas.openxmlformats.org/drawingml/2006/main">
            <a:off x="2189136" y="2095500"/>
            <a:ext cx="860479" cy="1238250"/>
          </a:xfrm>
          <a:prstGeom xmlns:a="http://schemas.openxmlformats.org/drawingml/2006/main" prst="rect">
            <a:avLst/>
          </a:prstGeom>
        </p:spPr>
      </p:pic>
      <p:grpSp>
        <p:nvGrpSpPr>
          <p:cNvPr id="9001" name="NODE_24"/>
          <p:cNvGrpSpPr/>
          <p:nvPr/>
        </p:nvGrpSpPr>
        <p:grpSpPr>
          <ns1:xfrm xmlns:ns1="http://schemas.openxmlformats.org/drawingml/2006/main">
            <ns1:off x="7334250" y="2095500"/>
            <ns1:ext cx="1905000" cy="1685925"/>
            <ns1:chOff x="7334250" y="2095500"/>
            <ns1:chExt cx="1905000" cy="1685925"/>
          </ns1:xfrm>
        </p:grpSpPr>
        <p:sp>
          <p:nvSpPr>
            <p:cNvPr id="11" name="NODE_24">
              <a:extLst xmlns:a="http://schemas.openxmlformats.org/drawingml/2006/main">
                <a:ext uri="{FF2B5EF4-FFF2-40B4-BE49-F238E27FC236}">
                  <a16:creationId xmlns:a16="http://schemas.microsoft.com/office/drawing/2014/main" id="{0E9C56EA-52FD-492C-A3C1-86D89FA4EF1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667625" y="2095500"/>
              <a:ext cx="1238250" cy="12382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11430">
              <a:noFill/>
            </a:ln>
          </p:spPr>
        </p:sp>
        <p:sp>
          <p:nvSpPr>
            <p:cNvPr id="13" name="NODE_24">
              <a:extLst xmlns:a="http://schemas.openxmlformats.org/drawingml/2006/main">
                <a:ext uri="{FF2B5EF4-FFF2-40B4-BE49-F238E27FC236}">
                  <a16:creationId xmlns:a16="http://schemas.microsoft.com/office/drawing/2014/main" id="{2B5C5CEA-7509-40AB-9EBC-BECE05313E1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334250" y="3381375"/>
              <a:ext cx="1905000" cy="4000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lIns="0" rIns="0" tIns="0" bIns="0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725" b="0">
                  <a:solidFill>
                    <a:srgbClr val="132D40"/>
                  </a:solidFill>
                  <a:latin typeface="Noto Sans JP"/>
                  <a:ea typeface="Noto Sans JP"/>
                  <a:cs typeface="Noto Sans JP"/>
                </a:defRPr>
              </a:pPr>
              <a:r>
                <a:rPr sz="1725" b="0">
                  <a:solidFill>
                    <a:srgbClr val="132D40"/>
                  </a:solidFill>
                  <a:latin typeface="Noto Sans JP"/>
                  <a:ea typeface="Noto Sans JP"/>
                  <a:cs typeface="Noto Sans JP"/>
                </a:rPr>
                <a:t>［自動で収集］</a:t>
              </a:r>
            </a:p>
          </p:txBody>
        </p:sp>
      </p:grp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15b0c38a554906"/>
          <a:stretch xmlns:a="http://schemas.openxmlformats.org/drawingml/2006/main"/>
        </p:blipFill>
        <p:spPr>
          <a:xfrm xmlns:a="http://schemas.openxmlformats.org/drawingml/2006/main">
            <a:off x="7684080" y="2095500"/>
            <a:ext cx="1205340" cy="123825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609608-6D64-486C-BA9E-B2296F9B9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752725"/>
            <a:ext cx="11239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solidFill>
              <a:srgbClr val="087F8C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F26B5A-7FC4-4735-ACE5-08B48F64D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800475"/>
            <a:ext cx="4095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rIns="0" t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132D40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0">
                <a:solidFill>
                  <a:srgbClr val="132D40"/>
                </a:solidFill>
                <a:latin typeface="Noto Sans JP"/>
                <a:ea typeface="Noto Sans JP"/>
                <a:cs typeface="Noto Sans JP"/>
              </a:rPr>
              <a:t>［手作業の課題］</a:t>
            </a:r>
          </a:p>
          <a:p xmlns:a="http://schemas.openxmlformats.org/drawingml/2006/main">
            <a:pPr algn="ctr">
              <a:defRPr sz="2025" b="0">
                <a:solidFill>
                  <a:srgbClr val="132D40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0">
                <a:solidFill>
                  <a:srgbClr val="132D40"/>
                </a:solidFill>
                <a:latin typeface="Noto Sans JP"/>
                <a:ea typeface="Noto Sans JP"/>
                <a:cs typeface="Noto Sans JP"/>
              </a:rPr>
              <a:t>［確認にかかる手間］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7E59F3-D40A-4C5A-9BA6-4E39FD82C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800475"/>
            <a:ext cx="414337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rIns="0" t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132D40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0">
                <a:solidFill>
                  <a:srgbClr val="132D40"/>
                </a:solidFill>
                <a:latin typeface="Noto Sans JP"/>
                <a:ea typeface="Noto Sans JP"/>
                <a:cs typeface="Noto Sans JP"/>
              </a:rPr>
              <a:t>［改善後の作業］</a:t>
            </a:r>
          </a:p>
          <a:p xmlns:a="http://schemas.openxmlformats.org/drawingml/2006/main">
            <a:pPr algn="ctr">
              <a:defRPr sz="2025" b="0">
                <a:solidFill>
                  <a:srgbClr val="132D40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0">
                <a:solidFill>
                  <a:srgbClr val="132D40"/>
                </a:solidFill>
                <a:latin typeface="Noto Sans JP"/>
                <a:ea typeface="Noto Sans JP"/>
                <a:cs typeface="Noto Sans JP"/>
              </a:rPr>
              <a:t>［残る人の確認］</a:t>
            </a:r>
          </a:p>
        </p:txBody>
      </p:sp>
      <p:grpSp>
        <p:nvGrpSpPr>
          <p:cNvPr id="9002" name="USE_GUIDE"/>
          <p:cNvGrpSpPr/>
          <p:nvPr/>
        </p:nvGrpSpPr>
        <p:grpSpPr>
          <ns1:xfrm xmlns:ns1="http://schemas.openxmlformats.org/drawingml/2006/main">
            <ns1:off x="762000" y="5514975"/>
            <ns1:ext cx="10668000" cy="847725"/>
            <ns1:chOff x="762000" y="5514975"/>
            <ns1:chExt cx="10668000" cy="847725"/>
          </ns1:xfrm>
        </p:grpSpPr>
        <p:sp>
          <p:nvSpPr>
            <p:cNvPr id="17" name="USE_GUIDE">
              <a:extLst xmlns:a="http://schemas.openxmlformats.org/drawingml/2006/main">
                <a:ext uri="{FF2B5EF4-FFF2-40B4-BE49-F238E27FC236}">
                  <a16:creationId xmlns:a16="http://schemas.microsoft.com/office/drawing/2014/main" id="{9FA6588C-76DC-4AF0-8284-6F8678AA48D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62000" y="5514975"/>
              <a:ext cx="10668000" cy="84772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1F8F8"/>
            </a:solidFill>
            <a:ln xmlns:a="http://schemas.openxmlformats.org/drawingml/2006/main" w="11430">
              <a:solidFill>
                <a:srgbClr val="D4E5E7"/>
              </a:solidFill>
            </a:ln>
          </p:spPr>
        </p:sp>
        <p:sp>
          <p:nvSpPr>
            <p:cNvPr id="18" name="USE_GUIDE">
              <a:extLst xmlns:a="http://schemas.openxmlformats.org/drawingml/2006/main">
                <a:ext uri="{FF2B5EF4-FFF2-40B4-BE49-F238E27FC236}">
                  <a16:creationId xmlns:a16="http://schemas.microsoft.com/office/drawing/2014/main" id="{0AC5DD46-C144-4342-BA6C-022355F4943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14400" y="5553075"/>
              <a:ext cx="10334625" cy="2571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lIns="0" rIns="0" tIns="0" bIns="0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500" b="1">
                  <a:solidFill>
                    <a:srgbClr val="132D40"/>
                  </a:solidFill>
                  <a:latin typeface="Noto Sans JP"/>
                  <a:ea typeface="Noto Sans JP"/>
                  <a:cs typeface="Noto Sans JP"/>
                </a:defRPr>
              </a:pPr>
              <a:r>
                <a:rPr sz="1500" b="1">
                  <a:solidFill>
                    <a:srgbClr val="132D40"/>
                  </a:solidFill>
                  <a:latin typeface="Noto Sans JP"/>
                  <a:ea typeface="Noto Sans JP"/>
                  <a:cs typeface="Noto Sans JP"/>
                </a:rPr>
                <a:t>【目的】導入によって業務がどう変わるかを説明する</a:t>
              </a:r>
            </a:p>
          </p:txBody>
        </p:sp>
        <p:sp>
          <p:nvSpPr>
            <p:cNvPr id="19" name="USE_GUIDE">
              <a:extLst xmlns:a="http://schemas.openxmlformats.org/drawingml/2006/main">
                <a:ext uri="{FF2B5EF4-FFF2-40B4-BE49-F238E27FC236}">
                  <a16:creationId xmlns:a16="http://schemas.microsoft.com/office/drawing/2014/main" id="{08E607B2-6FBB-45F7-A5CA-EED3F0D2061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14400" y="5819775"/>
              <a:ext cx="10334625" cy="266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lIns="0" rIns="0" tIns="0" bIns="0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500" b="0">
                  <a:solidFill>
                    <a:srgbClr val="132D40"/>
                  </a:solidFill>
                  <a:latin typeface="Noto Sans JP"/>
                  <a:ea typeface="Noto Sans JP"/>
                  <a:cs typeface="Noto Sans JP"/>
                </a:defRPr>
              </a:pPr>
              <a:r>
                <a:rPr sz="1500" b="0">
                  <a:solidFill>
                    <a:srgbClr val="132D40"/>
                  </a:solidFill>
                  <a:latin typeface="Noto Sans JP"/>
                  <a:ea typeface="Noto Sans JP"/>
                  <a:cs typeface="Noto Sans JP"/>
                </a:rPr>
                <a:t>【構図】左に現状、右に導入後。同じ項目を同じ高さで並べる</a:t>
              </a:r>
            </a:p>
          </p:txBody>
        </p:sp>
        <p:sp>
          <p:nvSpPr>
            <p:cNvPr id="20" name="USE_GUIDE">
              <a:extLst xmlns:a="http://schemas.openxmlformats.org/drawingml/2006/main">
                <a:ext uri="{FF2B5EF4-FFF2-40B4-BE49-F238E27FC236}">
                  <a16:creationId xmlns:a16="http://schemas.microsoft.com/office/drawing/2014/main" id="{D3B8CAF2-D1A4-412E-B88C-EB3D898292A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14400" y="6086475"/>
              <a:ext cx="10334625" cy="2476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lIns="0" rIns="0" tIns="0" bIns="0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350" b="0">
                  <a:solidFill>
                    <a:srgbClr val="657783"/>
                  </a:solidFill>
                  <a:latin typeface="Noto Sans JP"/>
                  <a:ea typeface="Noto Sans JP"/>
                  <a:cs typeface="Noto Sans JP"/>
                </a:defRPr>
              </a:pPr>
              <a:r>
                <a:rPr sz="1350" b="0">
                  <a:solidFill>
                    <a:srgbClr val="657783"/>
                  </a:solidFill>
                  <a:latin typeface="Noto Sans JP"/>
                  <a:ea typeface="Noto Sans JP"/>
                  <a:cs typeface="Noto Sans JP"/>
                </a:rPr>
                <a:t>【効果】変化した点を左右の対応で比較できる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8419633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f3502fa8664603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331AD5-0B7B-4C12-AB41-48BD227BA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rIns="0" t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32D40"/>
                </a:solidFill>
                <a:latin typeface="Noto Sans JP"/>
                <a:ea typeface="Noto Sans JP"/>
                <a:cs typeface="Noto Sans JP"/>
              </a:defRPr>
            </a:pPr>
            <a:r>
              <a:rPr sz="3000" b="1">
                <a:solidFill>
                  <a:srgbClr val="132D40"/>
                </a:solidFill>
                <a:latin typeface="Noto Sans JP"/>
                <a:ea typeface="Noto Sans JP"/>
                <a:cs typeface="Noto Sans JP"/>
              </a:rPr>
              <a:t>05  課題・対策・期待する変化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C9B917-42CF-4030-AE7D-10E964C97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190625"/>
            <a:ext cx="495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11430">
            <a:solidFill>
              <a:srgbClr val="087F8C"/>
            </a:solidFill>
          </a:ln>
        </p:spPr>
      </p:sp>
      <p:sp>
        <p:nvSpPr>
          <p:cNvPr id="4" name="PAGE_NUMBER">
            <a:extLst xmlns:a="http://schemas.openxmlformats.org/drawingml/2006/main">
              <a:ext uri="{FF2B5EF4-FFF2-40B4-BE49-F238E27FC236}">
                <a16:creationId xmlns:a16="http://schemas.microsoft.com/office/drawing/2014/main" id="{566264C7-C681-4558-A25E-2DA5A7A7A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95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rIns="0" t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57783"/>
                </a:solidFill>
                <a:latin typeface="Noto Sans JP"/>
                <a:ea typeface="Noto Sans JP"/>
                <a:cs typeface="Noto Sans JP"/>
              </a:defRPr>
            </a:pPr>
            <a:fld id="{CB3430A7-B828-47C6-862E-87BBBADEE068}" type="slidenum">
              <a:rPr sz="1350" b="0">
                <a:solidFill>
                  <a:srgbClr val="657783"/>
                </a:solidFill>
                <a:latin typeface="Noto Sans JP"/>
                <a:ea typeface="Noto Sans JP"/>
                <a:cs typeface="Noto Sans JP"/>
              </a:rPr>
              <a:t>7</a:t>
            </a:fld>
            <a:r>
              <a:rPr sz="1350" b="0">
                <a:solidFill>
                  <a:srgbClr val="657783"/>
                </a:solidFill>
                <a:latin typeface="Noto Sans JP"/>
                <a:ea typeface="Noto Sans JP"/>
                <a:cs typeface="Noto Sans JP"/>
              </a:rPr>
              <a:t> / 22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51E8E4-C849-40FF-B595-2F0789DCD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52575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rIns="0" t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87F8C"/>
                </a:solidFill>
                <a:latin typeface="Noto Sans JP"/>
                <a:ea typeface="Noto Sans JP"/>
                <a:cs typeface="Noto Sans JP"/>
              </a:defRPr>
            </a:pPr>
            <a:r>
              <a:rPr sz="2100" b="1">
                <a:solidFill>
                  <a:srgbClr val="087F8C"/>
                </a:solidFill>
                <a:latin typeface="Noto Sans JP"/>
                <a:ea typeface="Noto Sans JP"/>
                <a:cs typeface="Noto Sans JP"/>
              </a:rPr>
              <a:t>課題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FAC84A-5531-44BA-8FC7-19AFD5086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552575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rIns="0" t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87F8C"/>
                </a:solidFill>
                <a:latin typeface="Noto Sans JP"/>
                <a:ea typeface="Noto Sans JP"/>
                <a:cs typeface="Noto Sans JP"/>
              </a:defRPr>
            </a:pPr>
            <a:r>
              <a:rPr sz="2100" b="1">
                <a:solidFill>
                  <a:srgbClr val="087F8C"/>
                </a:solidFill>
                <a:latin typeface="Noto Sans JP"/>
                <a:ea typeface="Noto Sans JP"/>
                <a:cs typeface="Noto Sans JP"/>
              </a:rPr>
              <a:t>対策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39A81F-B586-401A-9D93-66F093894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1552575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rIns="0" t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87F8C"/>
                </a:solidFill>
                <a:latin typeface="Noto Sans JP"/>
                <a:ea typeface="Noto Sans JP"/>
                <a:cs typeface="Noto Sans JP"/>
              </a:defRPr>
            </a:pPr>
            <a:r>
              <a:rPr sz="2100" b="1">
                <a:solidFill>
                  <a:srgbClr val="087F8C"/>
                </a:solidFill>
                <a:latin typeface="Noto Sans JP"/>
                <a:ea typeface="Noto Sans JP"/>
                <a:cs typeface="Noto Sans JP"/>
              </a:rPr>
              <a:t>期待する変化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D4D282-3747-461F-BB4F-8327BE48D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57425"/>
            <a:ext cx="276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rIns="0" t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32D40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1">
                <a:solidFill>
                  <a:srgbClr val="132D40"/>
                </a:solidFill>
                <a:latin typeface="Noto Sans JP"/>
                <a:ea typeface="Noto Sans JP"/>
                <a:cs typeface="Noto Sans JP"/>
              </a:rPr>
              <a:t>［課題 1］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BD1255-7C16-426F-8AFB-A592030C7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371725"/>
            <a:ext cx="581025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solidFill>
              <a:srgbClr val="087F8C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C3DF98-B4E7-4A59-BFDB-241D9F66B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257425"/>
            <a:ext cx="328612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rIns="0" t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32D40"/>
                </a:solidFill>
                <a:latin typeface="Noto Sans JP"/>
                <a:ea typeface="Noto Sans JP"/>
                <a:cs typeface="Noto Sans JP"/>
              </a:defRPr>
            </a:pPr>
            <a:r>
              <a:rPr sz="1950" b="0">
                <a:solidFill>
                  <a:srgbClr val="132D40"/>
                </a:solidFill>
                <a:latin typeface="Noto Sans JP"/>
                <a:ea typeface="Noto Sans JP"/>
                <a:cs typeface="Noto Sans JP"/>
              </a:rPr>
              <a:t>［対応する対策 1］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0BC16D-51EA-45A8-92A5-839B85FC2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2371725"/>
            <a:ext cx="4953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solidFill>
              <a:srgbClr val="087F8C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AC3330-2072-4870-833C-FD5279D47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257425"/>
            <a:ext cx="2476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rIns="0" t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87F8C"/>
                </a:solidFill>
                <a:latin typeface="Noto Sans JP"/>
                <a:ea typeface="Noto Sans JP"/>
                <a:cs typeface="Noto Sans JP"/>
              </a:defRPr>
            </a:pPr>
            <a:r>
              <a:rPr sz="1950" b="1">
                <a:solidFill>
                  <a:srgbClr val="087F8C"/>
                </a:solidFill>
                <a:latin typeface="Noto Sans JP"/>
                <a:ea typeface="Noto Sans JP"/>
                <a:cs typeface="Noto Sans JP"/>
              </a:rPr>
              <a:t>［変化 1］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254AF5-0F99-40BA-A4B5-F24BBD169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71800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9EB"/>
          </a:solidFill>
          <a:ln xmlns:a="http://schemas.openxmlformats.org/drawingml/2006/main" w="11430">
            <a:solidFill>
              <a:srgbClr val="DDE9EB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C0894B-AECB-4E36-AC81-1E28462AE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19450"/>
            <a:ext cx="276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rIns="0" t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32D40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1">
                <a:solidFill>
                  <a:srgbClr val="132D40"/>
                </a:solidFill>
                <a:latin typeface="Noto Sans JP"/>
                <a:ea typeface="Noto Sans JP"/>
                <a:cs typeface="Noto Sans JP"/>
              </a:rPr>
              <a:t>［課題 2］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B0130C-A9E2-4ABC-9B54-A9C7877FB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333750"/>
            <a:ext cx="581025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solidFill>
              <a:srgbClr val="087F8C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E40CD6-3AF5-46E9-82D4-CBD56EECD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219450"/>
            <a:ext cx="328612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rIns="0" t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32D40"/>
                </a:solidFill>
                <a:latin typeface="Noto Sans JP"/>
                <a:ea typeface="Noto Sans JP"/>
                <a:cs typeface="Noto Sans JP"/>
              </a:defRPr>
            </a:pPr>
            <a:r>
              <a:rPr sz="1950" b="0">
                <a:solidFill>
                  <a:srgbClr val="132D40"/>
                </a:solidFill>
                <a:latin typeface="Noto Sans JP"/>
                <a:ea typeface="Noto Sans JP"/>
                <a:cs typeface="Noto Sans JP"/>
              </a:rPr>
              <a:t>［対応する対策 2］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690E5D-39A2-4F71-B9FC-12C6AB31F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3333750"/>
            <a:ext cx="4953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solidFill>
              <a:srgbClr val="087F8C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CE0391F-06A0-4F81-B1AC-7484FCEF9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219450"/>
            <a:ext cx="2476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rIns="0" t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87F8C"/>
                </a:solidFill>
                <a:latin typeface="Noto Sans JP"/>
                <a:ea typeface="Noto Sans JP"/>
                <a:cs typeface="Noto Sans JP"/>
              </a:defRPr>
            </a:pPr>
            <a:r>
              <a:rPr sz="1950" b="1">
                <a:solidFill>
                  <a:srgbClr val="087F8C"/>
                </a:solidFill>
                <a:latin typeface="Noto Sans JP"/>
                <a:ea typeface="Noto Sans JP"/>
                <a:cs typeface="Noto Sans JP"/>
              </a:rPr>
              <a:t>［変化 2］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DBB01BF-7EEB-43B0-BAF0-DED560F08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33825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9EB"/>
          </a:solidFill>
          <a:ln xmlns:a="http://schemas.openxmlformats.org/drawingml/2006/main" w="11430">
            <a:solidFill>
              <a:srgbClr val="DDE9EB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1E9E65C-16AC-419E-BF68-3D792C3D9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81475"/>
            <a:ext cx="276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rIns="0" t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32D40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1">
                <a:solidFill>
                  <a:srgbClr val="132D40"/>
                </a:solidFill>
                <a:latin typeface="Noto Sans JP"/>
                <a:ea typeface="Noto Sans JP"/>
                <a:cs typeface="Noto Sans JP"/>
              </a:rPr>
              <a:t>［課題 3］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4C88F72-5C7C-48D0-8A17-5B237DB23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295775"/>
            <a:ext cx="581025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solidFill>
              <a:srgbClr val="087F8C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A37E190-1A0E-43BA-80B4-DAC1DFDEA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181475"/>
            <a:ext cx="328612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rIns="0" t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32D40"/>
                </a:solidFill>
                <a:latin typeface="Noto Sans JP"/>
                <a:ea typeface="Noto Sans JP"/>
                <a:cs typeface="Noto Sans JP"/>
              </a:defRPr>
            </a:pPr>
            <a:r>
              <a:rPr sz="1950" b="0">
                <a:solidFill>
                  <a:srgbClr val="132D40"/>
                </a:solidFill>
                <a:latin typeface="Noto Sans JP"/>
                <a:ea typeface="Noto Sans JP"/>
                <a:cs typeface="Noto Sans JP"/>
              </a:rPr>
              <a:t>［対応する対策 3］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67E597C-7C9D-4EC1-BA60-C309AA8D4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4295775"/>
            <a:ext cx="4953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solidFill>
              <a:srgbClr val="087F8C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21DC64D-671A-448F-B45C-9B5E50031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181475"/>
            <a:ext cx="2476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rIns="0" t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87F8C"/>
                </a:solidFill>
                <a:latin typeface="Noto Sans JP"/>
                <a:ea typeface="Noto Sans JP"/>
                <a:cs typeface="Noto Sans JP"/>
              </a:defRPr>
            </a:pPr>
            <a:r>
              <a:rPr sz="1950" b="1">
                <a:solidFill>
                  <a:srgbClr val="087F8C"/>
                </a:solidFill>
                <a:latin typeface="Noto Sans JP"/>
                <a:ea typeface="Noto Sans JP"/>
                <a:cs typeface="Noto Sans JP"/>
              </a:rPr>
              <a:t>［変化 3］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34429C9-26BA-4C21-9D36-174FC4AAB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95850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9EB"/>
          </a:solidFill>
          <a:ln xmlns:a="http://schemas.openxmlformats.org/drawingml/2006/main" w="11430">
            <a:solidFill>
              <a:srgbClr val="DDE9EB"/>
            </a:solidFill>
          </a:ln>
        </p:spPr>
      </p:sp>
      <p:grpSp>
        <p:nvGrpSpPr>
          <p:cNvPr id="9000" name="USE_GUIDE"/>
          <p:cNvGrpSpPr/>
          <p:nvPr/>
        </p:nvGrpSpPr>
        <p:grpSpPr>
          <ns1:xfrm xmlns:ns1="http://schemas.openxmlformats.org/drawingml/2006/main">
            <ns1:off x="762000" y="5514975"/>
            <ns1:ext cx="10668000" cy="847725"/>
            <ns1:chOff x="762000" y="5514975"/>
            <ns1:chExt cx="10668000" cy="847725"/>
          </ns1:xfrm>
        </p:grpSpPr>
        <p:sp>
          <p:nvSpPr>
            <p:cNvPr id="26" name="USE_GUIDE">
              <a:extLst xmlns:a="http://schemas.openxmlformats.org/drawingml/2006/main">
                <a:ext uri="{FF2B5EF4-FFF2-40B4-BE49-F238E27FC236}">
                  <a16:creationId xmlns:a16="http://schemas.microsoft.com/office/drawing/2014/main" id="{5B7A2876-4002-42ED-9EF2-A0F81CE97B9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62000" y="5514975"/>
              <a:ext cx="10668000" cy="84772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1F8F8"/>
            </a:solidFill>
            <a:ln xmlns:a="http://schemas.openxmlformats.org/drawingml/2006/main" w="11430">
              <a:solidFill>
                <a:srgbClr val="D4E5E7"/>
              </a:solidFill>
            </a:ln>
          </p:spPr>
        </p:sp>
        <p:sp>
          <p:nvSpPr>
            <p:cNvPr id="27" name="USE_GUIDE">
              <a:extLst xmlns:a="http://schemas.openxmlformats.org/drawingml/2006/main">
                <a:ext uri="{FF2B5EF4-FFF2-40B4-BE49-F238E27FC236}">
                  <a16:creationId xmlns:a16="http://schemas.microsoft.com/office/drawing/2014/main" id="{7CA7DE8E-8D6A-4F8D-9DB9-F0BA66FCBDE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14400" y="5553075"/>
              <a:ext cx="10334625" cy="2571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lIns="0" rIns="0" tIns="0" bIns="0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500" b="1">
                  <a:solidFill>
                    <a:srgbClr val="132D40"/>
                  </a:solidFill>
                  <a:latin typeface="Noto Sans JP"/>
                  <a:ea typeface="Noto Sans JP"/>
                  <a:cs typeface="Noto Sans JP"/>
                </a:defRPr>
              </a:pPr>
              <a:r>
                <a:rPr sz="1500" b="1">
                  <a:solidFill>
                    <a:srgbClr val="132D40"/>
                  </a:solidFill>
                  <a:latin typeface="Noto Sans JP"/>
                  <a:ea typeface="Noto Sans JP"/>
                  <a:cs typeface="Noto Sans JP"/>
                </a:rPr>
                <a:t>【目的】課題と施策の対応関係を説明する</a:t>
              </a:r>
            </a:p>
          </p:txBody>
        </p:sp>
        <p:sp>
          <p:nvSpPr>
            <p:cNvPr id="28" name="USE_GUIDE">
              <a:extLst xmlns:a="http://schemas.openxmlformats.org/drawingml/2006/main">
                <a:ext uri="{FF2B5EF4-FFF2-40B4-BE49-F238E27FC236}">
                  <a16:creationId xmlns:a16="http://schemas.microsoft.com/office/drawing/2014/main" id="{DCA18739-08C7-4E91-A56B-86F7FC63E16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14400" y="5819775"/>
              <a:ext cx="10334625" cy="266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lIns="0" rIns="0" tIns="0" bIns="0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500" b="0">
                  <a:solidFill>
                    <a:srgbClr val="132D40"/>
                  </a:solidFill>
                  <a:latin typeface="Noto Sans JP"/>
                  <a:ea typeface="Noto Sans JP"/>
                  <a:cs typeface="Noto Sans JP"/>
                </a:defRPr>
              </a:pPr>
              <a:r>
                <a:rPr sz="1500" b="0">
                  <a:solidFill>
                    <a:srgbClr val="132D40"/>
                  </a:solidFill>
                  <a:latin typeface="Noto Sans JP"/>
                  <a:ea typeface="Noto Sans JP"/>
                  <a:cs typeface="Noto Sans JP"/>
                </a:rPr>
                <a:t>【構図】1行を「課題・対策・変化」の1組にし、最大3行まで並べる</a:t>
              </a:r>
            </a:p>
          </p:txBody>
        </p:sp>
        <p:sp>
          <p:nvSpPr>
            <p:cNvPr id="29" name="USE_GUIDE">
              <a:extLst xmlns:a="http://schemas.openxmlformats.org/drawingml/2006/main">
                <a:ext uri="{FF2B5EF4-FFF2-40B4-BE49-F238E27FC236}">
                  <a16:creationId xmlns:a16="http://schemas.microsoft.com/office/drawing/2014/main" id="{0C93495D-5AA0-445A-AE87-11A43664E61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14400" y="6086475"/>
              <a:ext cx="10334625" cy="2476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lIns="0" rIns="0" tIns="0" bIns="0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350" b="0">
                  <a:solidFill>
                    <a:srgbClr val="657783"/>
                  </a:solidFill>
                  <a:latin typeface="Noto Sans JP"/>
                  <a:ea typeface="Noto Sans JP"/>
                  <a:cs typeface="Noto Sans JP"/>
                </a:defRPr>
              </a:pPr>
              <a:r>
                <a:rPr sz="1350" b="0">
                  <a:solidFill>
                    <a:srgbClr val="657783"/>
                  </a:solidFill>
                  <a:latin typeface="Noto Sans JP"/>
                  <a:ea typeface="Noto Sans JP"/>
                  <a:cs typeface="Noto Sans JP"/>
                </a:rPr>
                <a:t>【効果】施策がどの課題に効くかを追える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2065791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77d0094af245ff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0C1712-1FF7-432E-ADBB-96EBCCBE0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rIns="0" t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32D40"/>
                </a:solidFill>
                <a:latin typeface="Noto Sans JP"/>
                <a:ea typeface="Noto Sans JP"/>
                <a:cs typeface="Noto Sans JP"/>
              </a:defRPr>
            </a:pPr>
            <a:r>
              <a:rPr sz="3000" b="1">
                <a:solidFill>
                  <a:srgbClr val="132D40"/>
                </a:solidFill>
                <a:latin typeface="Noto Sans JP"/>
                <a:ea typeface="Noto Sans JP"/>
                <a:cs typeface="Noto Sans JP"/>
              </a:rPr>
              <a:t>06  選択肢の比較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A11255-D849-466D-A61F-201FAEFA5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190625"/>
            <a:ext cx="495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11430">
            <a:solidFill>
              <a:srgbClr val="087F8C"/>
            </a:solidFill>
          </a:ln>
        </p:spPr>
      </p:sp>
      <p:sp>
        <p:nvSpPr>
          <p:cNvPr id="4" name="PAGE_NUMBER">
            <a:extLst xmlns:a="http://schemas.openxmlformats.org/drawingml/2006/main">
              <a:ext uri="{FF2B5EF4-FFF2-40B4-BE49-F238E27FC236}">
                <a16:creationId xmlns:a16="http://schemas.microsoft.com/office/drawing/2014/main" id="{492DEFFD-D49E-46F9-8179-49353C35C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95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rIns="0" t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57783"/>
                </a:solidFill>
                <a:latin typeface="Noto Sans JP"/>
                <a:ea typeface="Noto Sans JP"/>
                <a:cs typeface="Noto Sans JP"/>
              </a:defRPr>
            </a:pPr>
            <a:fld id="{23DDAD33-1E3F-42D9-80AC-DEF258447A33}" type="slidenum">
              <a:rPr sz="1350" b="0">
                <a:solidFill>
                  <a:srgbClr val="657783"/>
                </a:solidFill>
                <a:latin typeface="Noto Sans JP"/>
                <a:ea typeface="Noto Sans JP"/>
                <a:cs typeface="Noto Sans JP"/>
              </a:rPr>
              <a:t>8</a:t>
            </a:fld>
            <a:r>
              <a:rPr sz="1350" b="0">
                <a:solidFill>
                  <a:srgbClr val="657783"/>
                </a:solidFill>
                <a:latin typeface="Noto Sans JP"/>
                <a:ea typeface="Noto Sans JP"/>
                <a:cs typeface="Noto Sans JP"/>
              </a:rPr>
              <a:t> / 22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857250" y="1581150"/>
          <a:ext xmlns:a="http://schemas.openxmlformats.org/drawingml/2006/main" cx="1038225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3762375"/>
                <a:gridCol w="3762375"/>
              </a:tblGrid>
              <a:tr h="666750">
                <a:tc>
                  <a:txBody>
                    <a:bodyPr lIns="0" rIns="0" tIns="0" bIns="0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087F8C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比較軸</a:t>
                      </a:r>
                    </a:p>
                  </a:txBody>
                  <a:tcPr marL="91440" marR="91440" marT="45720" marB="45720" anchor="ctr">
                    <a:solidFill>
                      <a:srgbClr val="F0F9F8"/>
                    </a:solidFill>
                  </a:tcPr>
                </a:tc>
                <a:tc>
                  <a:txBody>
                    <a:bodyPr lIns="0" rIns="0" tIns="0" bIns="0">
                      <a:noAutofit/>
                    </a:bodyPr>
                    <a:lstStyle/>
                    <a:p>
                      <a:pPr algn="ctr"/>
                      <a:r>
                        <a:rPr sz="1875" b="1">
                          <a:solidFill>
                            <a:srgbClr val="087F8C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［案 A］</a:t>
                      </a:r>
                    </a:p>
                  </a:txBody>
                  <a:tcPr marL="91440" marR="91440" marT="45720" marB="45720" anchor="ctr">
                    <a:solidFill>
                      <a:srgbClr val="F0F9F8"/>
                    </a:solidFill>
                  </a:tcPr>
                </a:tc>
                <a:tc>
                  <a:txBody>
                    <a:bodyPr lIns="0" rIns="0" tIns="0" bIns="0">
                      <a:noAutofit/>
                    </a:bodyPr>
                    <a:lstStyle/>
                    <a:p>
                      <a:pPr algn="ctr"/>
                      <a:r>
                        <a:rPr sz="1875" b="1">
                          <a:solidFill>
                            <a:srgbClr val="087F8C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［案 B］</a:t>
                      </a:r>
                    </a:p>
                  </a:txBody>
                  <a:tcPr marL="91440" marR="91440" marT="45720" marB="45720" anchor="ctr">
                    <a:solidFill>
                      <a:srgbClr val="F0F9F8"/>
                    </a:solidFill>
                  </a:tcPr>
                </a:tc>
              </a:tr>
              <a:tr h="666750">
                <a:tc>
                  <a:txBody>
                    <a:bodyPr lIns="0" rIns="0" tIns="0" bIns="0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132D40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費用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0" rIns="0" tIns="0" bIns="0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32D40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［内容を入力］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0" rIns="0" tIns="0" bIns="0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32D40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［内容を入力］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lIns="0" rIns="0" tIns="0" bIns="0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132D40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導入の手間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0" rIns="0" tIns="0" bIns="0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32D40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［内容を入力］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0" rIns="0" tIns="0" bIns="0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32D40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［内容を入力］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lIns="0" rIns="0" tIns="0" bIns="0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132D40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運用・保守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0" rIns="0" tIns="0" bIns="0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32D40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［内容を入力］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0" rIns="0" tIns="0" bIns="0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32D40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［内容を入力］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lIns="0" rIns="0" tIns="0" bIns="0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132D40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制約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0" rIns="0" tIns="0" bIns="0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32D40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［内容を入力］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0" rIns="0" tIns="0" bIns="0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32D40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［内容を入力］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id="9000" name="USE_GUIDE"/>
          <p:cNvGrpSpPr/>
          <p:nvPr/>
        </p:nvGrpSpPr>
        <p:grpSpPr>
          <ns1:xfrm xmlns:ns1="http://schemas.openxmlformats.org/drawingml/2006/main">
            <ns1:off x="762000" y="5514975"/>
            <ns1:ext cx="10668000" cy="847725"/>
            <ns1:chOff x="762000" y="5514975"/>
            <ns1:chExt cx="10668000" cy="847725"/>
          </ns1:xfrm>
        </p:grpSpPr>
        <p:sp>
          <p:nvSpPr>
            <p:cNvPr id="6" name="USE_GUIDE">
              <a:extLst xmlns:a="http://schemas.openxmlformats.org/drawingml/2006/main">
                <a:ext uri="{FF2B5EF4-FFF2-40B4-BE49-F238E27FC236}">
                  <a16:creationId xmlns:a16="http://schemas.microsoft.com/office/drawing/2014/main" id="{82434C14-A6B2-4582-AF55-A5FCD1E6E64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62000" y="5514975"/>
              <a:ext cx="10668000" cy="84772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1F8F8"/>
            </a:solidFill>
            <a:ln xmlns:a="http://schemas.openxmlformats.org/drawingml/2006/main" w="11430">
              <a:solidFill>
                <a:srgbClr val="D4E5E7"/>
              </a:solidFill>
            </a:ln>
          </p:spPr>
        </p:sp>
        <p:sp>
          <p:nvSpPr>
            <p:cNvPr id="7" name="USE_GUIDE">
              <a:extLst xmlns:a="http://schemas.openxmlformats.org/drawingml/2006/main">
                <a:ext uri="{FF2B5EF4-FFF2-40B4-BE49-F238E27FC236}">
                  <a16:creationId xmlns:a16="http://schemas.microsoft.com/office/drawing/2014/main" id="{C14881D8-386D-410F-9521-A7C4F829B1D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14400" y="5553075"/>
              <a:ext cx="10334625" cy="2571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lIns="0" rIns="0" tIns="0" bIns="0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500" b="1">
                  <a:solidFill>
                    <a:srgbClr val="132D40"/>
                  </a:solidFill>
                  <a:latin typeface="Noto Sans JP"/>
                  <a:ea typeface="Noto Sans JP"/>
                  <a:cs typeface="Noto Sans JP"/>
                </a:defRPr>
              </a:pPr>
              <a:r>
                <a:rPr sz="1500" b="1">
                  <a:solidFill>
                    <a:srgbClr val="132D40"/>
                  </a:solidFill>
                  <a:latin typeface="Noto Sans JP"/>
                  <a:ea typeface="Noto Sans JP"/>
                  <a:cs typeface="Noto Sans JP"/>
                </a:rPr>
                <a:t>【目的】複数案を同じ基準で比べて判断する</a:t>
              </a:r>
            </a:p>
          </p:txBody>
        </p:sp>
        <p:sp>
          <p:nvSpPr>
            <p:cNvPr id="8" name="USE_GUIDE">
              <a:extLst xmlns:a="http://schemas.openxmlformats.org/drawingml/2006/main">
                <a:ext uri="{FF2B5EF4-FFF2-40B4-BE49-F238E27FC236}">
                  <a16:creationId xmlns:a16="http://schemas.microsoft.com/office/drawing/2014/main" id="{3E5EE9BE-5193-4DD6-85F2-FCDE0E07363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14400" y="5819775"/>
              <a:ext cx="10334625" cy="266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lIns="0" rIns="0" tIns="0" bIns="0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500" b="0">
                  <a:solidFill>
                    <a:srgbClr val="132D40"/>
                  </a:solidFill>
                  <a:latin typeface="Noto Sans JP"/>
                  <a:ea typeface="Noto Sans JP"/>
                  <a:cs typeface="Noto Sans JP"/>
                </a:defRPr>
              </a:pPr>
              <a:r>
                <a:rPr sz="1500" b="0">
                  <a:solidFill>
                    <a:srgbClr val="132D40"/>
                  </a:solidFill>
                  <a:latin typeface="Noto Sans JP"/>
                  <a:ea typeface="Noto Sans JP"/>
                  <a:cs typeface="Noto Sans JP"/>
                </a:rPr>
                <a:t>【構図】左に比較軸、中央と右に候補。各行の位置と説明量をそろえる</a:t>
              </a:r>
            </a:p>
          </p:txBody>
        </p:sp>
        <p:sp>
          <p:nvSpPr>
            <p:cNvPr id="9" name="USE_GUIDE">
              <a:extLst xmlns:a="http://schemas.openxmlformats.org/drawingml/2006/main">
                <a:ext uri="{FF2B5EF4-FFF2-40B4-BE49-F238E27FC236}">
                  <a16:creationId xmlns:a16="http://schemas.microsoft.com/office/drawing/2014/main" id="{8334251C-BA57-48C2-B773-9E7A7985895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14400" y="6086475"/>
              <a:ext cx="10334625" cy="2476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lIns="0" rIns="0" tIns="0" bIns="0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350" b="0">
                  <a:solidFill>
                    <a:srgbClr val="657783"/>
                  </a:solidFill>
                  <a:latin typeface="Noto Sans JP"/>
                  <a:ea typeface="Noto Sans JP"/>
                  <a:cs typeface="Noto Sans JP"/>
                </a:defRPr>
              </a:pPr>
              <a:r>
                <a:rPr sz="1350" b="0">
                  <a:solidFill>
                    <a:srgbClr val="657783"/>
                  </a:solidFill>
                  <a:latin typeface="Noto Sans JP"/>
                  <a:ea typeface="Noto Sans JP"/>
                  <a:cs typeface="Noto Sans JP"/>
                </a:rPr>
                <a:t>【効果】案ごとの長所と制約を公平に比べられる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1030596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f7d46dd0e948e4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3387C4-83E9-4089-91FD-CA2BFD90F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rIns="0" t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32D40"/>
                </a:solidFill>
                <a:latin typeface="Noto Sans JP"/>
                <a:ea typeface="Noto Sans JP"/>
                <a:cs typeface="Noto Sans JP"/>
              </a:defRPr>
            </a:pPr>
            <a:r>
              <a:rPr sz="3000" b="1">
                <a:solidFill>
                  <a:srgbClr val="132D40"/>
                </a:solidFill>
                <a:latin typeface="Noto Sans JP"/>
                <a:ea typeface="Noto Sans JP"/>
                <a:cs typeface="Noto Sans JP"/>
              </a:rPr>
              <a:t>07  導入スケジュール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D3B475-33A2-4724-AB2F-FA9BD3D37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190625"/>
            <a:ext cx="495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11430">
            <a:solidFill>
              <a:srgbClr val="087F8C"/>
            </a:solidFill>
          </a:ln>
        </p:spPr>
      </p:sp>
      <p:sp>
        <p:nvSpPr>
          <p:cNvPr id="4" name="PAGE_NUMBER">
            <a:extLst xmlns:a="http://schemas.openxmlformats.org/drawingml/2006/main">
              <a:ext uri="{FF2B5EF4-FFF2-40B4-BE49-F238E27FC236}">
                <a16:creationId xmlns:a16="http://schemas.microsoft.com/office/drawing/2014/main" id="{2925AD30-2B61-4542-B607-A654E3A23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95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rIns="0" t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57783"/>
                </a:solidFill>
                <a:latin typeface="Noto Sans JP"/>
                <a:ea typeface="Noto Sans JP"/>
                <a:cs typeface="Noto Sans JP"/>
              </a:defRPr>
            </a:pPr>
            <a:fld id="{A9AB7799-A7CF-41CB-8B22-4B4AD9C67EEF}" type="slidenum">
              <a:rPr sz="1350" b="0">
                <a:solidFill>
                  <a:srgbClr val="657783"/>
                </a:solidFill>
                <a:latin typeface="Noto Sans JP"/>
                <a:ea typeface="Noto Sans JP"/>
                <a:cs typeface="Noto Sans JP"/>
              </a:rPr>
              <a:t>9</a:t>
            </a:fld>
            <a:r>
              <a:rPr sz="1350" b="0">
                <a:solidFill>
                  <a:srgbClr val="657783"/>
                </a:solidFill>
                <a:latin typeface="Noto Sans JP"/>
                <a:ea typeface="Noto Sans JP"/>
                <a:cs typeface="Noto Sans JP"/>
              </a:rPr>
              <a:t> / 22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FD83ED-E5E5-4F11-ACD1-02F711F07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43050"/>
            <a:ext cx="1009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rIns="0" t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57783"/>
                </a:solidFill>
                <a:latin typeface="Noto Sans JP"/>
                <a:ea typeface="Noto Sans JP"/>
                <a:cs typeface="Noto Sans JP"/>
              </a:defRPr>
            </a:pPr>
            <a:r>
              <a:rPr sz="1950" b="0">
                <a:solidFill>
                  <a:srgbClr val="657783"/>
                </a:solidFill>
                <a:latin typeface="Noto Sans JP"/>
                <a:ea typeface="Noto Sans JP"/>
                <a:cs typeface="Noto Sans JP"/>
              </a:rPr>
              <a:t>期間：［開始日］〜［終了日］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110CB3-3CB4-4ED9-8AFC-32DBDA51D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219325"/>
            <a:ext cx="20478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rIns="0" t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657783"/>
                </a:solidFill>
                <a:latin typeface="Noto Sans JP"/>
                <a:ea typeface="Noto Sans JP"/>
                <a:cs typeface="Noto Sans JP"/>
              </a:defRPr>
            </a:pPr>
            <a:r>
              <a:rPr sz="1650" b="0">
                <a:solidFill>
                  <a:srgbClr val="657783"/>
                </a:solidFill>
                <a:latin typeface="Noto Sans JP"/>
                <a:ea typeface="Noto Sans JP"/>
                <a:cs typeface="Noto Sans JP"/>
              </a:rPr>
              <a:t>［期間 1］</a:t>
            </a:r>
          </a:p>
        </p:txBody>
      </p:sp>
      <p:grpSp>
        <p:nvGrpSpPr>
          <p:cNvPr id="9000" name="NODE_25"/>
          <p:cNvGrpSpPr/>
          <p:nvPr/>
        </p:nvGrpSpPr>
        <p:grpSpPr>
          <ns1:xfrm xmlns:ns1="http://schemas.openxmlformats.org/drawingml/2006/main">
            <ns1:off x="904875" y="2809875"/>
            <ns1:ext cx="2047875" cy="685800"/>
            <ns1:chOff x="904875" y="2809875"/>
            <ns1:chExt cx="2047875" cy="685800"/>
          </ns1:xfrm>
        </p:grpSpPr>
        <p:sp>
          <p:nvSpPr>
            <p:cNvPr id="7" name="NODE_25">
              <a:extLst xmlns:a="http://schemas.openxmlformats.org/drawingml/2006/main">
                <a:ext uri="{FF2B5EF4-FFF2-40B4-BE49-F238E27FC236}">
                  <a16:creationId xmlns:a16="http://schemas.microsoft.com/office/drawing/2014/main" id="{4C956EFF-D3AD-415B-A8C9-5D0A0BD6495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04875" y="2809875"/>
              <a:ext cx="2047875" cy="68580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0F9F8"/>
            </a:solidFill>
            <a:ln xmlns:a="http://schemas.openxmlformats.org/drawingml/2006/main" w="11430">
              <a:solidFill>
                <a:srgbClr val="087F8C"/>
              </a:solidFill>
            </a:ln>
          </p:spPr>
        </p:sp>
        <p:sp>
          <p:nvSpPr>
            <p:cNvPr id="8" name="NODE_25">
              <a:extLst xmlns:a="http://schemas.openxmlformats.org/drawingml/2006/main">
                <a:ext uri="{FF2B5EF4-FFF2-40B4-BE49-F238E27FC236}">
                  <a16:creationId xmlns:a16="http://schemas.microsoft.com/office/drawing/2014/main" id="{1C8BADB3-F64C-4A75-B185-70B293EC8F5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71550" y="2886075"/>
              <a:ext cx="1914525" cy="5715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lIns="0" rIns="0" tIns="0" bIns="0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800" b="1">
                  <a:solidFill>
                    <a:srgbClr val="087F8C"/>
                  </a:solidFill>
                  <a:latin typeface="Noto Sans JP"/>
                  <a:ea typeface="Noto Sans JP"/>
                  <a:cs typeface="Noto Sans JP"/>
                </a:defRPr>
              </a:pPr>
              <a:r>
                <a:rPr sz="1800" b="1">
                  <a:solidFill>
                    <a:srgbClr val="087F8C"/>
                  </a:solidFill>
                  <a:latin typeface="Noto Sans JP"/>
                  <a:ea typeface="Noto Sans JP"/>
                  <a:cs typeface="Noto Sans JP"/>
                </a:rPr>
                <a:t>調査</a:t>
              </a:r>
            </a:p>
          </p:txBody>
        </p:sp>
      </p:grp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E69214-3117-47FE-8385-F59BAD785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781425"/>
            <a:ext cx="2047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rIns="0" t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32D40"/>
                </a:solidFill>
                <a:latin typeface="Noto Sans JP"/>
                <a:ea typeface="Noto Sans JP"/>
                <a:cs typeface="Noto Sans JP"/>
              </a:defRPr>
            </a:pPr>
            <a:r>
              <a:rPr sz="1800" b="0">
                <a:solidFill>
                  <a:srgbClr val="132D40"/>
                </a:solidFill>
                <a:latin typeface="Noto Sans JP"/>
                <a:ea typeface="Noto Sans JP"/>
                <a:cs typeface="Noto Sans JP"/>
              </a:rPr>
              <a:t>［成果物 1］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20CCE6-8E6C-4533-A3E0-FC23937E7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410075"/>
            <a:ext cx="223837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rIns="0" t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087F8C"/>
                </a:solidFill>
                <a:latin typeface="Noto Sans JP"/>
                <a:ea typeface="Noto Sans JP"/>
                <a:cs typeface="Noto Sans JP"/>
              </a:defRPr>
            </a:pPr>
            <a:r>
              <a:rPr sz="1575" b="0">
                <a:solidFill>
                  <a:srgbClr val="087F8C"/>
                </a:solidFill>
                <a:latin typeface="Noto Sans JP"/>
                <a:ea typeface="Noto Sans JP"/>
                <a:cs typeface="Noto Sans JP"/>
              </a:rPr>
              <a:t>［次段階へ進む条件］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1530AF-CEF3-41D2-AE74-CBE470684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086100"/>
            <a:ext cx="409575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solidFill>
              <a:srgbClr val="087F8C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9B8B06-F319-4581-A1E0-73BEA9429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219325"/>
            <a:ext cx="20478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rIns="0" t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657783"/>
                </a:solidFill>
                <a:latin typeface="Noto Sans JP"/>
                <a:ea typeface="Noto Sans JP"/>
                <a:cs typeface="Noto Sans JP"/>
              </a:defRPr>
            </a:pPr>
            <a:r>
              <a:rPr sz="1650" b="0">
                <a:solidFill>
                  <a:srgbClr val="657783"/>
                </a:solidFill>
                <a:latin typeface="Noto Sans JP"/>
                <a:ea typeface="Noto Sans JP"/>
                <a:cs typeface="Noto Sans JP"/>
              </a:rPr>
              <a:t>［期間 2］</a:t>
            </a:r>
          </a:p>
        </p:txBody>
      </p:sp>
      <p:grpSp>
        <p:nvGrpSpPr>
          <p:cNvPr id="9001" name="NODE_26"/>
          <p:cNvGrpSpPr/>
          <p:nvPr/>
        </p:nvGrpSpPr>
        <p:grpSpPr>
          <ns1:xfrm xmlns:ns1="http://schemas.openxmlformats.org/drawingml/2006/main">
            <ns1:off x="3667125" y="2809875"/>
            <ns1:ext cx="2047875" cy="685800"/>
            <ns1:chOff x="3667125" y="2809875"/>
            <ns1:chExt cx="2047875" cy="685800"/>
          </ns1:xfrm>
        </p:grpSpPr>
        <p:sp>
          <p:nvSpPr>
            <p:cNvPr id="13" name="NODE_26">
              <a:extLst xmlns:a="http://schemas.openxmlformats.org/drawingml/2006/main">
                <a:ext uri="{FF2B5EF4-FFF2-40B4-BE49-F238E27FC236}">
                  <a16:creationId xmlns:a16="http://schemas.microsoft.com/office/drawing/2014/main" id="{3359B255-2C02-4E4E-9C68-43C98C87511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667125" y="2809875"/>
              <a:ext cx="2047875" cy="68580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0F9F8"/>
            </a:solidFill>
            <a:ln xmlns:a="http://schemas.openxmlformats.org/drawingml/2006/main" w="11430">
              <a:solidFill>
                <a:srgbClr val="087F8C"/>
              </a:solidFill>
            </a:ln>
          </p:spPr>
        </p:sp>
        <p:sp>
          <p:nvSpPr>
            <p:cNvPr id="14" name="NODE_26">
              <a:extLst xmlns:a="http://schemas.openxmlformats.org/drawingml/2006/main">
                <a:ext uri="{FF2B5EF4-FFF2-40B4-BE49-F238E27FC236}">
                  <a16:creationId xmlns:a16="http://schemas.microsoft.com/office/drawing/2014/main" id="{E97FECA0-12AF-47D9-83BC-4AB540EDB0B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733800" y="2886075"/>
              <a:ext cx="1914525" cy="5715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lIns="0" rIns="0" tIns="0" bIns="0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800" b="1">
                  <a:solidFill>
                    <a:srgbClr val="087F8C"/>
                  </a:solidFill>
                  <a:latin typeface="Noto Sans JP"/>
                  <a:ea typeface="Noto Sans JP"/>
                  <a:cs typeface="Noto Sans JP"/>
                </a:defRPr>
              </a:pPr>
              <a:r>
                <a:rPr sz="1800" b="1">
                  <a:solidFill>
                    <a:srgbClr val="087F8C"/>
                  </a:solidFill>
                  <a:latin typeface="Noto Sans JP"/>
                  <a:ea typeface="Noto Sans JP"/>
                  <a:cs typeface="Noto Sans JP"/>
                </a:rPr>
                <a:t>試行</a:t>
              </a:r>
            </a:p>
          </p:txBody>
        </p:sp>
      </p:grp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CBBDDA-6D99-46F8-BF48-3E7F8E23C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781425"/>
            <a:ext cx="2047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rIns="0" t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32D40"/>
                </a:solidFill>
                <a:latin typeface="Noto Sans JP"/>
                <a:ea typeface="Noto Sans JP"/>
                <a:cs typeface="Noto Sans JP"/>
              </a:defRPr>
            </a:pPr>
            <a:r>
              <a:rPr sz="1800" b="0">
                <a:solidFill>
                  <a:srgbClr val="132D40"/>
                </a:solidFill>
                <a:latin typeface="Noto Sans JP"/>
                <a:ea typeface="Noto Sans JP"/>
                <a:cs typeface="Noto Sans JP"/>
              </a:rPr>
              <a:t>［成果物 2］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066503-432A-459E-8CFA-529422A78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4410075"/>
            <a:ext cx="223837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rIns="0" t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087F8C"/>
                </a:solidFill>
                <a:latin typeface="Noto Sans JP"/>
                <a:ea typeface="Noto Sans JP"/>
                <a:cs typeface="Noto Sans JP"/>
              </a:defRPr>
            </a:pPr>
            <a:r>
              <a:rPr sz="1575" b="0">
                <a:solidFill>
                  <a:srgbClr val="087F8C"/>
                </a:solidFill>
                <a:latin typeface="Noto Sans JP"/>
                <a:ea typeface="Noto Sans JP"/>
                <a:cs typeface="Noto Sans JP"/>
              </a:rPr>
              <a:t>［次段階へ進む条件］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63E59F-F5F8-40AC-99CF-8685B6F1F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086100"/>
            <a:ext cx="409575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solidFill>
              <a:srgbClr val="087F8C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23E4E0-C26A-4110-A01D-A71EFE761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219325"/>
            <a:ext cx="20478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rIns="0" t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657783"/>
                </a:solidFill>
                <a:latin typeface="Noto Sans JP"/>
                <a:ea typeface="Noto Sans JP"/>
                <a:cs typeface="Noto Sans JP"/>
              </a:defRPr>
            </a:pPr>
            <a:r>
              <a:rPr sz="1650" b="0">
                <a:solidFill>
                  <a:srgbClr val="657783"/>
                </a:solidFill>
                <a:latin typeface="Noto Sans JP"/>
                <a:ea typeface="Noto Sans JP"/>
                <a:cs typeface="Noto Sans JP"/>
              </a:rPr>
              <a:t>［期間 3］</a:t>
            </a:r>
          </a:p>
        </p:txBody>
      </p:sp>
      <p:grpSp>
        <p:nvGrpSpPr>
          <p:cNvPr id="9002" name="NODE_27"/>
          <p:cNvGrpSpPr/>
          <p:nvPr/>
        </p:nvGrpSpPr>
        <p:grpSpPr>
          <ns1:xfrm xmlns:ns1="http://schemas.openxmlformats.org/drawingml/2006/main">
            <ns1:off x="6429375" y="2809875"/>
            <ns1:ext cx="2047875" cy="685800"/>
            <ns1:chOff x="6429375" y="2809875"/>
            <ns1:chExt cx="2047875" cy="685800"/>
          </ns1:xfrm>
        </p:grpSpPr>
        <p:sp>
          <p:nvSpPr>
            <p:cNvPr id="19" name="NODE_27">
              <a:extLst xmlns:a="http://schemas.openxmlformats.org/drawingml/2006/main">
                <a:ext uri="{FF2B5EF4-FFF2-40B4-BE49-F238E27FC236}">
                  <a16:creationId xmlns:a16="http://schemas.microsoft.com/office/drawing/2014/main" id="{C8CF0039-9706-49B1-95F4-B4C4D0479A6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429375" y="2809875"/>
              <a:ext cx="2047875" cy="68580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0F9F8"/>
            </a:solidFill>
            <a:ln xmlns:a="http://schemas.openxmlformats.org/drawingml/2006/main" w="11430">
              <a:solidFill>
                <a:srgbClr val="087F8C"/>
              </a:solidFill>
            </a:ln>
          </p:spPr>
        </p:sp>
        <p:sp>
          <p:nvSpPr>
            <p:cNvPr id="20" name="NODE_27">
              <a:extLst xmlns:a="http://schemas.openxmlformats.org/drawingml/2006/main">
                <a:ext uri="{FF2B5EF4-FFF2-40B4-BE49-F238E27FC236}">
                  <a16:creationId xmlns:a16="http://schemas.microsoft.com/office/drawing/2014/main" id="{E6550D1E-5427-44C2-AA73-EFCB6C0A11D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496050" y="2886075"/>
              <a:ext cx="1914525" cy="5715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lIns="0" rIns="0" tIns="0" bIns="0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800" b="1">
                  <a:solidFill>
                    <a:srgbClr val="087F8C"/>
                  </a:solidFill>
                  <a:latin typeface="Noto Sans JP"/>
                  <a:ea typeface="Noto Sans JP"/>
                  <a:cs typeface="Noto Sans JP"/>
                </a:defRPr>
              </a:pPr>
              <a:r>
                <a:rPr sz="1800" b="1">
                  <a:solidFill>
                    <a:srgbClr val="087F8C"/>
                  </a:solidFill>
                  <a:latin typeface="Noto Sans JP"/>
                  <a:ea typeface="Noto Sans JP"/>
                  <a:cs typeface="Noto Sans JP"/>
                </a:rPr>
                <a:t>展開</a:t>
              </a:r>
            </a:p>
          </p:txBody>
        </p:sp>
      </p:grp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DB533EA-708F-4CE5-A152-3FFA76927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781425"/>
            <a:ext cx="2047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rIns="0" t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32D40"/>
                </a:solidFill>
                <a:latin typeface="Noto Sans JP"/>
                <a:ea typeface="Noto Sans JP"/>
                <a:cs typeface="Noto Sans JP"/>
              </a:defRPr>
            </a:pPr>
            <a:r>
              <a:rPr sz="1800" b="0">
                <a:solidFill>
                  <a:srgbClr val="132D40"/>
                </a:solidFill>
                <a:latin typeface="Noto Sans JP"/>
                <a:ea typeface="Noto Sans JP"/>
                <a:cs typeface="Noto Sans JP"/>
              </a:rPr>
              <a:t>［成果物 3］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3FCE7F7-B506-4F60-A281-7FA0E6079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410075"/>
            <a:ext cx="223837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rIns="0" t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087F8C"/>
                </a:solidFill>
                <a:latin typeface="Noto Sans JP"/>
                <a:ea typeface="Noto Sans JP"/>
                <a:cs typeface="Noto Sans JP"/>
              </a:defRPr>
            </a:pPr>
            <a:r>
              <a:rPr sz="1575" b="0">
                <a:solidFill>
                  <a:srgbClr val="087F8C"/>
                </a:solidFill>
                <a:latin typeface="Noto Sans JP"/>
                <a:ea typeface="Noto Sans JP"/>
                <a:cs typeface="Noto Sans JP"/>
              </a:rPr>
              <a:t>［次段階へ進む条件］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87FD28B-0D2E-408B-BB74-2747CFA11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086100"/>
            <a:ext cx="409575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solidFill>
              <a:srgbClr val="087F8C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59FBA3E-828C-4713-8E5B-F36561ACA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219325"/>
            <a:ext cx="20478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rIns="0" t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657783"/>
                </a:solidFill>
                <a:latin typeface="Noto Sans JP"/>
                <a:ea typeface="Noto Sans JP"/>
                <a:cs typeface="Noto Sans JP"/>
              </a:defRPr>
            </a:pPr>
            <a:r>
              <a:rPr sz="1650" b="0">
                <a:solidFill>
                  <a:srgbClr val="657783"/>
                </a:solidFill>
                <a:latin typeface="Noto Sans JP"/>
                <a:ea typeface="Noto Sans JP"/>
                <a:cs typeface="Noto Sans JP"/>
              </a:rPr>
              <a:t>［期間 4］</a:t>
            </a:r>
          </a:p>
        </p:txBody>
      </p:sp>
      <p:grpSp>
        <p:nvGrpSpPr>
          <p:cNvPr id="9003" name="NODE_28"/>
          <p:cNvGrpSpPr/>
          <p:nvPr/>
        </p:nvGrpSpPr>
        <p:grpSpPr>
          <ns1:xfrm xmlns:ns1="http://schemas.openxmlformats.org/drawingml/2006/main">
            <ns1:off x="9191625" y="2809875"/>
            <ns1:ext cx="2047875" cy="685800"/>
            <ns1:chOff x="9191625" y="2809875"/>
            <ns1:chExt cx="2047875" cy="685800"/>
          </ns1:xfrm>
        </p:grpSpPr>
        <p:sp>
          <p:nvSpPr>
            <p:cNvPr id="25" name="NODE_28">
              <a:extLst xmlns:a="http://schemas.openxmlformats.org/drawingml/2006/main">
                <a:ext uri="{FF2B5EF4-FFF2-40B4-BE49-F238E27FC236}">
                  <a16:creationId xmlns:a16="http://schemas.microsoft.com/office/drawing/2014/main" id="{8928E995-F580-4443-97FB-BED86D5FCA9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191625" y="2809875"/>
              <a:ext cx="2047875" cy="68580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0F9F8"/>
            </a:solidFill>
            <a:ln xmlns:a="http://schemas.openxmlformats.org/drawingml/2006/main" w="11430">
              <a:solidFill>
                <a:srgbClr val="087F8C"/>
              </a:solidFill>
            </a:ln>
          </p:spPr>
        </p:sp>
        <p:sp>
          <p:nvSpPr>
            <p:cNvPr id="26" name="NODE_28">
              <a:extLst xmlns:a="http://schemas.openxmlformats.org/drawingml/2006/main">
                <a:ext uri="{FF2B5EF4-FFF2-40B4-BE49-F238E27FC236}">
                  <a16:creationId xmlns:a16="http://schemas.microsoft.com/office/drawing/2014/main" id="{9639D4DB-6382-46E5-9F16-D2E3E66953F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258300" y="2886075"/>
              <a:ext cx="1914525" cy="5715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lIns="0" rIns="0" tIns="0" bIns="0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800" b="1">
                  <a:solidFill>
                    <a:srgbClr val="087F8C"/>
                  </a:solidFill>
                  <a:latin typeface="Noto Sans JP"/>
                  <a:ea typeface="Noto Sans JP"/>
                  <a:cs typeface="Noto Sans JP"/>
                </a:defRPr>
              </a:pPr>
              <a:r>
                <a:rPr sz="1800" b="1">
                  <a:solidFill>
                    <a:srgbClr val="087F8C"/>
                  </a:solidFill>
                  <a:latin typeface="Noto Sans JP"/>
                  <a:ea typeface="Noto Sans JP"/>
                  <a:cs typeface="Noto Sans JP"/>
                </a:rPr>
                <a:t>運用</a:t>
              </a:r>
            </a:p>
          </p:txBody>
        </p:sp>
      </p:grp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C6D644D-12DB-4B49-9615-1C5BD3DB0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781425"/>
            <a:ext cx="2047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rIns="0" t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32D40"/>
                </a:solidFill>
                <a:latin typeface="Noto Sans JP"/>
                <a:ea typeface="Noto Sans JP"/>
                <a:cs typeface="Noto Sans JP"/>
              </a:defRPr>
            </a:pPr>
            <a:r>
              <a:rPr sz="1800" b="0">
                <a:solidFill>
                  <a:srgbClr val="132D40"/>
                </a:solidFill>
                <a:latin typeface="Noto Sans JP"/>
                <a:ea typeface="Noto Sans JP"/>
                <a:cs typeface="Noto Sans JP"/>
              </a:rPr>
              <a:t>［成果物 4］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7697905-A2B6-4425-B04C-A038015CD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4410075"/>
            <a:ext cx="223837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rIns="0" t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087F8C"/>
                </a:solidFill>
                <a:latin typeface="Noto Sans JP"/>
                <a:ea typeface="Noto Sans JP"/>
                <a:cs typeface="Noto Sans JP"/>
              </a:defRPr>
            </a:pPr>
            <a:r>
              <a:rPr sz="1575" b="0">
                <a:solidFill>
                  <a:srgbClr val="087F8C"/>
                </a:solidFill>
                <a:latin typeface="Noto Sans JP"/>
                <a:ea typeface="Noto Sans JP"/>
                <a:cs typeface="Noto Sans JP"/>
              </a:rPr>
              <a:t>［次段階へ進む条件］</a:t>
            </a:r>
          </a:p>
        </p:txBody>
      </p:sp>
      <p:grpSp>
        <p:nvGrpSpPr>
          <p:cNvPr id="9004" name="USE_GUIDE"/>
          <p:cNvGrpSpPr/>
          <p:nvPr/>
        </p:nvGrpSpPr>
        <p:grpSpPr>
          <ns1:xfrm xmlns:ns1="http://schemas.openxmlformats.org/drawingml/2006/main">
            <ns1:off x="762000" y="5514975"/>
            <ns1:ext cx="10668000" cy="847725"/>
            <ns1:chOff x="762000" y="5514975"/>
            <ns1:chExt cx="10668000" cy="847725"/>
          </ns1:xfrm>
        </p:grpSpPr>
        <p:sp>
          <p:nvSpPr>
            <p:cNvPr id="29" name="USE_GUIDE">
              <a:extLst xmlns:a="http://schemas.openxmlformats.org/drawingml/2006/main">
                <a:ext uri="{FF2B5EF4-FFF2-40B4-BE49-F238E27FC236}">
                  <a16:creationId xmlns:a16="http://schemas.microsoft.com/office/drawing/2014/main" id="{9B9DC35F-AD1E-4E97-86F1-F3D66582600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62000" y="5514975"/>
              <a:ext cx="10668000" cy="84772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1F8F8"/>
            </a:solidFill>
            <a:ln xmlns:a="http://schemas.openxmlformats.org/drawingml/2006/main" w="11430">
              <a:solidFill>
                <a:srgbClr val="D4E5E7"/>
              </a:solidFill>
            </a:ln>
          </p:spPr>
        </p:sp>
        <p:sp>
          <p:nvSpPr>
            <p:cNvPr id="30" name="USE_GUIDE">
              <a:extLst xmlns:a="http://schemas.openxmlformats.org/drawingml/2006/main">
                <a:ext uri="{FF2B5EF4-FFF2-40B4-BE49-F238E27FC236}">
                  <a16:creationId xmlns:a16="http://schemas.microsoft.com/office/drawing/2014/main" id="{B450AB20-4622-4CC1-91E4-E5BCF2559DE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14400" y="5553075"/>
              <a:ext cx="10334625" cy="2571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lIns="0" rIns="0" tIns="0" bIns="0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500" b="1">
                  <a:solidFill>
                    <a:srgbClr val="132D40"/>
                  </a:solidFill>
                  <a:latin typeface="Noto Sans JP"/>
                  <a:ea typeface="Noto Sans JP"/>
                  <a:cs typeface="Noto Sans JP"/>
                </a:defRPr>
              </a:pPr>
              <a:r>
                <a:rPr sz="1500" b="1">
                  <a:solidFill>
                    <a:srgbClr val="132D40"/>
                  </a:solidFill>
                  <a:latin typeface="Noto Sans JP"/>
                  <a:ea typeface="Noto Sans JP"/>
                  <a:cs typeface="Noto Sans JP"/>
                </a:rPr>
                <a:t>【目的】導入の段階と進み具合を説明する</a:t>
              </a:r>
            </a:p>
          </p:txBody>
        </p:sp>
        <p:sp>
          <p:nvSpPr>
            <p:cNvPr id="31" name="USE_GUIDE">
              <a:extLst xmlns:a="http://schemas.openxmlformats.org/drawingml/2006/main">
                <a:ext uri="{FF2B5EF4-FFF2-40B4-BE49-F238E27FC236}">
                  <a16:creationId xmlns:a16="http://schemas.microsoft.com/office/drawing/2014/main" id="{81A9B5BF-9128-40CF-BD35-53AD3148E9E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14400" y="5819775"/>
              <a:ext cx="10334625" cy="266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lIns="0" rIns="0" tIns="0" bIns="0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500" b="0">
                  <a:solidFill>
                    <a:srgbClr val="132D40"/>
                  </a:solidFill>
                  <a:latin typeface="Noto Sans JP"/>
                  <a:ea typeface="Noto Sans JP"/>
                  <a:cs typeface="Noto Sans JP"/>
                </a:defRPr>
              </a:pPr>
              <a:r>
                <a:rPr sz="1500" b="0">
                  <a:solidFill>
                    <a:srgbClr val="132D40"/>
                  </a:solidFill>
                  <a:latin typeface="Noto Sans JP"/>
                  <a:ea typeface="Noto Sans JP"/>
                  <a:cs typeface="Noto Sans JP"/>
                </a:rPr>
                <a:t>【構図】左から右へ工程を並べ、上に期間、下に成果物と到達条件を置く</a:t>
              </a:r>
            </a:p>
          </p:txBody>
        </p:sp>
        <p:sp>
          <p:nvSpPr>
            <p:cNvPr id="32" name="USE_GUIDE">
              <a:extLst xmlns:a="http://schemas.openxmlformats.org/drawingml/2006/main">
                <a:ext uri="{FF2B5EF4-FFF2-40B4-BE49-F238E27FC236}">
                  <a16:creationId xmlns:a16="http://schemas.microsoft.com/office/drawing/2014/main" id="{AB5745B4-9376-4735-86B9-C14977B8EFE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14400" y="6086475"/>
              <a:ext cx="10334625" cy="2476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lIns="0" rIns="0" tIns="0" bIns="0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350" b="0">
                  <a:solidFill>
                    <a:srgbClr val="657783"/>
                  </a:solidFill>
                  <a:latin typeface="Noto Sans JP"/>
                  <a:ea typeface="Noto Sans JP"/>
                  <a:cs typeface="Noto Sans JP"/>
                </a:defRPr>
              </a:pPr>
              <a:r>
                <a:rPr sz="1350" b="0">
                  <a:solidFill>
                    <a:srgbClr val="657783"/>
                  </a:solidFill>
                  <a:latin typeface="Noto Sans JP"/>
                  <a:ea typeface="Noto Sans JP"/>
                  <a:cs typeface="Noto Sans JP"/>
                </a:rPr>
                <a:t>【効果】日程だけでなく、各段階の完了条件が分かる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5982079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922dab2bce4571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DCE4C2-F9DC-4A62-9401-E37A23950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rIns="0" t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32D40"/>
                </a:solidFill>
                <a:latin typeface="Noto Sans JP"/>
                <a:ea typeface="Noto Sans JP"/>
                <a:cs typeface="Noto Sans JP"/>
              </a:defRPr>
            </a:pPr>
            <a:r>
              <a:rPr sz="3000" b="1">
                <a:solidFill>
                  <a:srgbClr val="132D40"/>
                </a:solidFill>
                <a:latin typeface="Noto Sans JP"/>
                <a:ea typeface="Noto Sans JP"/>
                <a:cs typeface="Noto Sans JP"/>
              </a:rPr>
              <a:t>08  役割と連携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C206A6-216E-4A4D-B86E-584B1EC04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190625"/>
            <a:ext cx="495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11430">
            <a:solidFill>
              <a:srgbClr val="087F8C"/>
            </a:solidFill>
          </a:ln>
        </p:spPr>
      </p:sp>
      <p:sp>
        <p:nvSpPr>
          <p:cNvPr id="4" name="PAGE_NUMBER">
            <a:extLst xmlns:a="http://schemas.openxmlformats.org/drawingml/2006/main">
              <a:ext uri="{FF2B5EF4-FFF2-40B4-BE49-F238E27FC236}">
                <a16:creationId xmlns:a16="http://schemas.microsoft.com/office/drawing/2014/main" id="{9381E8C5-BC72-47DE-902C-EE8F05346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95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rIns="0" t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57783"/>
                </a:solidFill>
                <a:latin typeface="Noto Sans JP"/>
                <a:ea typeface="Noto Sans JP"/>
                <a:cs typeface="Noto Sans JP"/>
              </a:defRPr>
            </a:pPr>
            <a:fld id="{A149C5CC-94E8-4A74-95A0-A199238E9297}" type="slidenum">
              <a:rPr sz="1350" b="0">
                <a:solidFill>
                  <a:srgbClr val="657783"/>
                </a:solidFill>
                <a:latin typeface="Noto Sans JP"/>
                <a:ea typeface="Noto Sans JP"/>
                <a:cs typeface="Noto Sans JP"/>
              </a:rPr>
              <a:t>10</a:t>
            </a:fld>
            <a:r>
              <a:rPr sz="1350" b="0">
                <a:solidFill>
                  <a:srgbClr val="657783"/>
                </a:solidFill>
                <a:latin typeface="Noto Sans JP"/>
                <a:ea typeface="Noto Sans JP"/>
                <a:cs typeface="Noto Sans JP"/>
              </a:rPr>
              <a:t> / 22</a:t>
            </a:r>
          </a:p>
        </p:txBody>
      </p:sp>
      <p:grpSp>
        <p:nvGrpSpPr>
          <p:cNvPr id="9000" name="NODE_29"/>
          <p:cNvGrpSpPr/>
          <p:nvPr/>
        </p:nvGrpSpPr>
        <p:grpSpPr>
          <ns1:xfrm xmlns:ns1="http://schemas.openxmlformats.org/drawingml/2006/main">
            <ns1:off x="4610100" y="2867025"/>
            <ns1:ext cx="2762250" cy="704850"/>
            <ns1:chOff x="4610100" y="2867025"/>
            <ns1:chExt cx="2762250" cy="704850"/>
          </ns1:xfrm>
        </p:grpSpPr>
        <p:sp>
          <p:nvSpPr>
            <p:cNvPr id="5" name="NODE_29">
              <a:extLst xmlns:a="http://schemas.openxmlformats.org/drawingml/2006/main">
                <a:ext uri="{FF2B5EF4-FFF2-40B4-BE49-F238E27FC236}">
                  <a16:creationId xmlns:a16="http://schemas.microsoft.com/office/drawing/2014/main" id="{2DF58F1F-6D7E-4DBF-AB5C-644AA072EE1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610100" y="2867025"/>
              <a:ext cx="2762250" cy="70485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0F9F8"/>
            </a:solidFill>
            <a:ln xmlns:a="http://schemas.openxmlformats.org/drawingml/2006/main" w="11430">
              <a:solidFill>
                <a:srgbClr val="087F8C"/>
              </a:solidFill>
            </a:ln>
          </p:spPr>
        </p:sp>
        <p:sp>
          <p:nvSpPr>
            <p:cNvPr id="6" name="NODE_29">
              <a:extLst xmlns:a="http://schemas.openxmlformats.org/drawingml/2006/main">
                <a:ext uri="{FF2B5EF4-FFF2-40B4-BE49-F238E27FC236}">
                  <a16:creationId xmlns:a16="http://schemas.microsoft.com/office/drawing/2014/main" id="{35AEF11F-E01F-4A5B-B54C-8B7BA106FCB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676775" y="2943225"/>
              <a:ext cx="2628900" cy="5905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lIns="0" rIns="0" tIns="0" bIns="0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800" b="1">
                  <a:solidFill>
                    <a:srgbClr val="087F8C"/>
                  </a:solidFill>
                  <a:latin typeface="Noto Sans JP"/>
                  <a:ea typeface="Noto Sans JP"/>
                  <a:cs typeface="Noto Sans JP"/>
                </a:defRPr>
              </a:pPr>
              <a:r>
                <a:rPr sz="1800" b="1">
                  <a:solidFill>
                    <a:srgbClr val="087F8C"/>
                  </a:solidFill>
                  <a:latin typeface="Noto Sans JP"/>
                  <a:ea typeface="Noto Sans JP"/>
                  <a:cs typeface="Noto Sans JP"/>
                </a:rPr>
                <a:t>［運用責任者］</a:t>
              </a:r>
            </a:p>
          </p:txBody>
        </p:sp>
      </p:grpSp>
      <p:grpSp>
        <p:nvGrpSpPr>
          <p:cNvPr id="9001" name="NODE_30"/>
          <p:cNvGrpSpPr/>
          <p:nvPr/>
        </p:nvGrpSpPr>
        <p:grpSpPr>
          <ns1:xfrm xmlns:ns1="http://schemas.openxmlformats.org/drawingml/2006/main">
            <ns1:off x="952500" y="1781175"/>
            <ns1:ext cx="1543050" cy="1323975"/>
            <ns1:chOff x="952500" y="1781175"/>
            <ns1:chExt cx="1543050" cy="1323975"/>
          </ns1:xfrm>
        </p:grpSpPr>
        <p:sp>
          <p:nvSpPr>
            <p:cNvPr id="7" name="NODE_30">
              <a:extLst xmlns:a="http://schemas.openxmlformats.org/drawingml/2006/main">
                <a:ext uri="{FF2B5EF4-FFF2-40B4-BE49-F238E27FC236}">
                  <a16:creationId xmlns:a16="http://schemas.microsoft.com/office/drawing/2014/main" id="{F785FBC1-D7B8-4CCF-86CA-060875FE4D6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285875" y="1781175"/>
              <a:ext cx="876300" cy="8763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11430">
              <a:noFill/>
            </a:ln>
          </p:spPr>
        </p:sp>
        <p:sp>
          <p:nvSpPr>
            <p:cNvPr id="9" name="NODE_30">
              <a:extLst xmlns:a="http://schemas.openxmlformats.org/drawingml/2006/main">
                <a:ext uri="{FF2B5EF4-FFF2-40B4-BE49-F238E27FC236}">
                  <a16:creationId xmlns:a16="http://schemas.microsoft.com/office/drawing/2014/main" id="{26066630-1406-4CE8-BBA8-2CCFA909341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52500" y="2705100"/>
              <a:ext cx="1543050" cy="4000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lIns="0" rIns="0" tIns="0" bIns="0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725" b="0">
                  <a:solidFill>
                    <a:srgbClr val="132D40"/>
                  </a:solidFill>
                  <a:latin typeface="Noto Sans JP"/>
                  <a:ea typeface="Noto Sans JP"/>
                  <a:cs typeface="Noto Sans JP"/>
                </a:defRPr>
              </a:pPr>
              <a:r>
                <a:rPr sz="1725" b="0">
                  <a:solidFill>
                    <a:srgbClr val="132D40"/>
                  </a:solidFill>
                  <a:latin typeface="Noto Sans JP"/>
                  <a:ea typeface="Noto Sans JP"/>
                  <a:cs typeface="Noto Sans JP"/>
                </a:rPr>
                <a:t>［現地担当］</a:t>
              </a:r>
            </a:p>
          </p:txBody>
        </p:sp>
      </p:grp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71b2f0048e4ffb"/>
          <a:stretch xmlns:a="http://schemas.openxmlformats.org/drawingml/2006/main"/>
        </p:blipFill>
        <p:spPr>
          <a:xfrm xmlns:a="http://schemas.openxmlformats.org/drawingml/2006/main">
            <a:off x="1419548" y="1781175"/>
            <a:ext cx="608954" cy="8763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0E2F80-A17D-4025-A85F-DD2C0FCA8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19425"/>
            <a:ext cx="17335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rIns="0" t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657783"/>
                </a:solidFill>
                <a:latin typeface="Noto Sans JP"/>
                <a:ea typeface="Noto Sans JP"/>
                <a:cs typeface="Noto Sans JP"/>
              </a:defRPr>
            </a:pPr>
            <a:r>
              <a:rPr sz="1575" b="0">
                <a:solidFill>
                  <a:srgbClr val="657783"/>
                </a:solidFill>
                <a:latin typeface="Noto Sans JP"/>
                <a:ea typeface="Noto Sans JP"/>
                <a:cs typeface="Noto Sans JP"/>
              </a:rPr>
              <a:t>設置・点検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E57643-A4D4-4832-AA3B-51FBEF68E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6138" y="3205163"/>
            <a:ext cx="1223963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11430">
            <a:solidFill>
              <a:srgbClr val="087F8C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3EBFCD-56D8-42FE-A469-6555622FF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219325"/>
            <a:ext cx="2857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11430">
            <a:solidFill>
              <a:srgbClr val="087F8C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C78090-5A94-4AF5-AB89-23F5E0D53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2152650"/>
            <a:ext cx="1223963" cy="13335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solidFill>
              <a:srgbClr val="087F8C"/>
            </a:solidFill>
          </a:ln>
        </p:spPr>
      </p:sp>
      <p:grpSp>
        <p:nvGrpSpPr>
          <p:cNvPr id="9002" name="NODE_31"/>
          <p:cNvGrpSpPr/>
          <p:nvPr/>
        </p:nvGrpSpPr>
        <p:grpSpPr>
          <ns1:xfrm xmlns:ns1="http://schemas.openxmlformats.org/drawingml/2006/main">
            <ns1:off x="8896350" y="1781175"/>
            <ns1:ext cx="1543050" cy="1323975"/>
            <ns1:chOff x="8896350" y="1781175"/>
            <ns1:chExt cx="1543050" cy="1323975"/>
          </ns1:xfrm>
        </p:grpSpPr>
        <p:sp>
          <p:nvSpPr>
            <p:cNvPr id="14" name="NODE_31">
              <a:extLst xmlns:a="http://schemas.openxmlformats.org/drawingml/2006/main">
                <a:ext uri="{FF2B5EF4-FFF2-40B4-BE49-F238E27FC236}">
                  <a16:creationId xmlns:a16="http://schemas.microsoft.com/office/drawing/2014/main" id="{93DFD453-C069-4531-BADC-3F78D687E1B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229725" y="1781175"/>
              <a:ext cx="876300" cy="8763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11430">
              <a:noFill/>
            </a:ln>
          </p:spPr>
        </p:sp>
        <p:sp>
          <p:nvSpPr>
            <p:cNvPr id="16" name="NODE_31">
              <a:extLst xmlns:a="http://schemas.openxmlformats.org/drawingml/2006/main">
                <a:ext uri="{FF2B5EF4-FFF2-40B4-BE49-F238E27FC236}">
                  <a16:creationId xmlns:a16="http://schemas.microsoft.com/office/drawing/2014/main" id="{7AF46194-8A2A-4D60-9ECB-824742CFDDA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896350" y="2705100"/>
              <a:ext cx="1543050" cy="4000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lIns="0" rIns="0" tIns="0" bIns="0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725" b="0">
                  <a:solidFill>
                    <a:srgbClr val="132D40"/>
                  </a:solidFill>
                  <a:latin typeface="Noto Sans JP"/>
                  <a:ea typeface="Noto Sans JP"/>
                  <a:cs typeface="Noto Sans JP"/>
                </a:defRPr>
              </a:pPr>
              <a:r>
                <a:rPr sz="1725" b="0">
                  <a:solidFill>
                    <a:srgbClr val="132D40"/>
                  </a:solidFill>
                  <a:latin typeface="Noto Sans JP"/>
                  <a:ea typeface="Noto Sans JP"/>
                  <a:cs typeface="Noto Sans JP"/>
                </a:rPr>
                <a:t>［分析担当］</a:t>
              </a:r>
            </a:p>
          </p:txBody>
        </p:sp>
      </p:grpSp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0bfa47c63b4141"/>
          <a:stretch xmlns:a="http://schemas.openxmlformats.org/drawingml/2006/main"/>
        </p:blipFill>
        <p:spPr>
          <a:xfrm xmlns:a="http://schemas.openxmlformats.org/drawingml/2006/main">
            <a:off x="9357934" y="1781175"/>
            <a:ext cx="619883" cy="876300"/>
          </a:xfrm>
          <a:prstGeom xmlns:a="http://schemas.openxmlformats.org/drawingml/2006/main" prst="rect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8E3636-A83A-4988-BEC8-92B1FCEDC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019425"/>
            <a:ext cx="17335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rIns="0" t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657783"/>
                </a:solidFill>
                <a:latin typeface="Noto Sans JP"/>
                <a:ea typeface="Noto Sans JP"/>
                <a:cs typeface="Noto Sans JP"/>
              </a:defRPr>
            </a:pPr>
            <a:r>
              <a:rPr sz="1575" b="0">
                <a:solidFill>
                  <a:srgbClr val="657783"/>
                </a:solidFill>
                <a:latin typeface="Noto Sans JP"/>
                <a:ea typeface="Noto Sans JP"/>
                <a:cs typeface="Noto Sans JP"/>
              </a:rPr>
              <a:t>確認・分析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AB9215-3B59-4105-BFD3-3EB5F8381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205163"/>
            <a:ext cx="928688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11430">
            <a:solidFill>
              <a:srgbClr val="087F8C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2F1832B-14B4-479D-871B-6743D4902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219325"/>
            <a:ext cx="2857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11430">
            <a:solidFill>
              <a:srgbClr val="087F8C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0E3F78C-FCFF-4ADF-A67F-B77BCDF5E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1038" y="2152650"/>
            <a:ext cx="928688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solidFill>
              <a:srgbClr val="087F8C"/>
            </a:solidFill>
          </a:ln>
        </p:spPr>
      </p:sp>
      <p:grpSp>
        <p:nvGrpSpPr>
          <p:cNvPr id="9003" name="NODE_32"/>
          <p:cNvGrpSpPr/>
          <p:nvPr/>
        </p:nvGrpSpPr>
        <p:grpSpPr>
          <ns1:xfrm xmlns:ns1="http://schemas.openxmlformats.org/drawingml/2006/main">
            <ns1:off x="4905375" y="3857625"/>
            <ns1:ext cx="1543050" cy="1323975"/>
            <ns1:chOff x="4905375" y="3857625"/>
            <ns1:chExt cx="1543050" cy="1323975"/>
          </ns1:xfrm>
        </p:grpSpPr>
        <p:sp>
          <p:nvSpPr>
            <p:cNvPr id="21" name="NODE_32">
              <a:extLst xmlns:a="http://schemas.openxmlformats.org/drawingml/2006/main">
                <a:ext uri="{FF2B5EF4-FFF2-40B4-BE49-F238E27FC236}">
                  <a16:creationId xmlns:a16="http://schemas.microsoft.com/office/drawing/2014/main" id="{81D3A709-C804-47B8-BD2E-6ACE5274067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238750" y="3857625"/>
              <a:ext cx="876300" cy="8763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11430">
              <a:noFill/>
            </a:ln>
          </p:spPr>
        </p:sp>
        <p:sp>
          <p:nvSpPr>
            <p:cNvPr id="23" name="NODE_32">
              <a:extLst xmlns:a="http://schemas.openxmlformats.org/drawingml/2006/main">
                <a:ext uri="{FF2B5EF4-FFF2-40B4-BE49-F238E27FC236}">
                  <a16:creationId xmlns:a16="http://schemas.microsoft.com/office/drawing/2014/main" id="{EF5F7E4C-9CAD-42B0-AE46-C352295AE34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905375" y="4781550"/>
              <a:ext cx="1543050" cy="4000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lIns="0" rIns="0" tIns="0" bIns="0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725" b="0">
                  <a:solidFill>
                    <a:srgbClr val="132D40"/>
                  </a:solidFill>
                  <a:latin typeface="Noto Sans JP"/>
                  <a:ea typeface="Noto Sans JP"/>
                  <a:cs typeface="Noto Sans JP"/>
                </a:defRPr>
              </a:pPr>
              <a:r>
                <a:rPr sz="1725" b="0">
                  <a:solidFill>
                    <a:srgbClr val="132D40"/>
                  </a:solidFill>
                  <a:latin typeface="Noto Sans JP"/>
                  <a:ea typeface="Noto Sans JP"/>
                  <a:cs typeface="Noto Sans JP"/>
                </a:rPr>
                <a:t>［利用担当］</a:t>
              </a:r>
            </a:p>
          </p:txBody>
        </p:sp>
      </p:grpSp>
      <p:pic>
        <p:nvPicPr>
          <p:cNvPr id="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8d298e87464e4f"/>
          <a:stretch xmlns:a="http://schemas.openxmlformats.org/drawingml/2006/main"/>
        </p:blipFill>
        <p:spPr>
          <a:xfrm xmlns:a="http://schemas.openxmlformats.org/drawingml/2006/main">
            <a:off x="5397855" y="3857625"/>
            <a:ext cx="558091" cy="876300"/>
          </a:xfrm>
          <a:prstGeom xmlns:a="http://schemas.openxmlformats.org/drawingml/2006/main" prst="rect">
            <a:avLst/>
          </a:prstGeom>
        </p:spPr>
      </p:pic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A3F0150-15BF-471C-8DB5-6D5591677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5095875"/>
            <a:ext cx="17335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rIns="0" t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657783"/>
                </a:solidFill>
                <a:latin typeface="Noto Sans JP"/>
                <a:ea typeface="Noto Sans JP"/>
                <a:cs typeface="Noto Sans JP"/>
              </a:defRPr>
            </a:pPr>
            <a:r>
              <a:rPr sz="1575" b="0">
                <a:solidFill>
                  <a:srgbClr val="657783"/>
                </a:solidFill>
                <a:latin typeface="Noto Sans JP"/>
                <a:ea typeface="Noto Sans JP"/>
                <a:cs typeface="Noto Sans JP"/>
              </a:rPr>
              <a:t>業務で活用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FEF434F-6DE4-489B-A15E-24A9BAE3F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6938" y="3571875"/>
            <a:ext cx="285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11430">
            <a:solidFill>
              <a:srgbClr val="087F8C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31BAEDB-22AB-4754-A7A1-82856FFB1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700463"/>
            <a:ext cx="3143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11430">
            <a:solidFill>
              <a:srgbClr val="087F8C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7F5F1CA-9BBF-402F-ABD7-734FEC47B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3714750"/>
            <a:ext cx="133350" cy="14287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solidFill>
              <a:srgbClr val="087F8C"/>
            </a:solidFill>
          </a:ln>
        </p:spPr>
      </p:sp>
      <p:grpSp>
        <p:nvGrpSpPr>
          <p:cNvPr id="9004" name="USE_GUIDE"/>
          <p:cNvGrpSpPr/>
          <p:nvPr/>
        </p:nvGrpSpPr>
        <p:grpSpPr>
          <ns1:xfrm xmlns:ns1="http://schemas.openxmlformats.org/drawingml/2006/main">
            <ns1:off x="762000" y="5514975"/>
            <ns1:ext cx="10668000" cy="847725"/>
            <ns1:chOff x="762000" y="5514975"/>
            <ns1:chExt cx="10668000" cy="847725"/>
          </ns1:xfrm>
        </p:grpSpPr>
        <p:sp>
          <p:nvSpPr>
            <p:cNvPr id="28" name="USE_GUIDE">
              <a:extLst xmlns:a="http://schemas.openxmlformats.org/drawingml/2006/main">
                <a:ext uri="{FF2B5EF4-FFF2-40B4-BE49-F238E27FC236}">
                  <a16:creationId xmlns:a16="http://schemas.microsoft.com/office/drawing/2014/main" id="{A85D7364-5807-4550-AB5C-7422BBBBBBB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62000" y="5514975"/>
              <a:ext cx="10668000" cy="84772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1F8F8"/>
            </a:solidFill>
            <a:ln xmlns:a="http://schemas.openxmlformats.org/drawingml/2006/main" w="11430">
              <a:solidFill>
                <a:srgbClr val="D4E5E7"/>
              </a:solidFill>
            </a:ln>
          </p:spPr>
        </p:sp>
        <p:sp>
          <p:nvSpPr>
            <p:cNvPr id="29" name="USE_GUIDE">
              <a:extLst xmlns:a="http://schemas.openxmlformats.org/drawingml/2006/main">
                <a:ext uri="{FF2B5EF4-FFF2-40B4-BE49-F238E27FC236}">
                  <a16:creationId xmlns:a16="http://schemas.microsoft.com/office/drawing/2014/main" id="{F8AC5703-851F-481D-B9DE-F0C62452AC0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14400" y="5553075"/>
              <a:ext cx="10334625" cy="2571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lIns="0" rIns="0" tIns="0" bIns="0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500" b="1">
                  <a:solidFill>
                    <a:srgbClr val="132D40"/>
                  </a:solidFill>
                  <a:latin typeface="Noto Sans JP"/>
                  <a:ea typeface="Noto Sans JP"/>
                  <a:cs typeface="Noto Sans JP"/>
                </a:defRPr>
              </a:pPr>
              <a:r>
                <a:rPr sz="1500" b="1">
                  <a:solidFill>
                    <a:srgbClr val="132D40"/>
                  </a:solidFill>
                  <a:latin typeface="Noto Sans JP"/>
                  <a:ea typeface="Noto Sans JP"/>
                  <a:cs typeface="Noto Sans JP"/>
                </a:rPr>
                <a:t>【目的】関係者の役割と連絡先を整理する</a:t>
              </a:r>
            </a:p>
          </p:txBody>
        </p:sp>
        <p:sp>
          <p:nvSpPr>
            <p:cNvPr id="30" name="USE_GUIDE">
              <a:extLst xmlns:a="http://schemas.openxmlformats.org/drawingml/2006/main">
                <a:ext uri="{FF2B5EF4-FFF2-40B4-BE49-F238E27FC236}">
                  <a16:creationId xmlns:a16="http://schemas.microsoft.com/office/drawing/2014/main" id="{65BB7C50-1D6F-4100-980A-BFEBEC8E392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14400" y="5819775"/>
              <a:ext cx="10334625" cy="266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lIns="0" rIns="0" tIns="0" bIns="0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500" b="0">
                  <a:solidFill>
                    <a:srgbClr val="132D40"/>
                  </a:solidFill>
                  <a:latin typeface="Noto Sans JP"/>
                  <a:ea typeface="Noto Sans JP"/>
                  <a:cs typeface="Noto Sans JP"/>
                </a:defRPr>
              </a:pPr>
              <a:r>
                <a:rPr sz="1500" b="0">
                  <a:solidFill>
                    <a:srgbClr val="132D40"/>
                  </a:solidFill>
                  <a:latin typeface="Noto Sans JP"/>
                  <a:ea typeface="Noto Sans JP"/>
                  <a:cs typeface="Noto Sans JP"/>
                </a:rPr>
                <a:t>【構図】中央に取りまとめ役、周囲に担当者。名前の下に責任範囲を書く</a:t>
              </a:r>
            </a:p>
          </p:txBody>
        </p:sp>
        <p:sp>
          <p:nvSpPr>
            <p:cNvPr id="31" name="USE_GUIDE">
              <a:extLst xmlns:a="http://schemas.openxmlformats.org/drawingml/2006/main">
                <a:ext uri="{FF2B5EF4-FFF2-40B4-BE49-F238E27FC236}">
                  <a16:creationId xmlns:a16="http://schemas.microsoft.com/office/drawing/2014/main" id="{6FBD9ED6-0A93-4B31-AD5C-DBAE2DE00B1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14400" y="6086475"/>
              <a:ext cx="10334625" cy="2476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lIns="0" rIns="0" tIns="0" bIns="0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350" b="0">
                  <a:solidFill>
                    <a:srgbClr val="657783"/>
                  </a:solidFill>
                  <a:latin typeface="Noto Sans JP"/>
                  <a:ea typeface="Noto Sans JP"/>
                  <a:cs typeface="Noto Sans JP"/>
                </a:defRPr>
              </a:pPr>
              <a:r>
                <a:rPr sz="1350" b="0">
                  <a:solidFill>
                    <a:srgbClr val="657783"/>
                  </a:solidFill>
                  <a:latin typeface="Noto Sans JP"/>
                  <a:ea typeface="Noto Sans JP"/>
                  <a:cs typeface="Noto Sans JP"/>
                </a:rPr>
                <a:t>【効果】作業の境界と連携先を共有できる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313376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a734be87fa4734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0E3741-4068-456B-8F68-81C4406CB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rIns="0" t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32D40"/>
                </a:solidFill>
                <a:latin typeface="Noto Sans JP"/>
                <a:ea typeface="Noto Sans JP"/>
                <a:cs typeface="Noto Sans JP"/>
              </a:defRPr>
            </a:pPr>
            <a:r>
              <a:rPr sz="3000" b="1">
                <a:solidFill>
                  <a:srgbClr val="132D40"/>
                </a:solidFill>
                <a:latin typeface="Noto Sans JP"/>
                <a:ea typeface="Noto Sans JP"/>
                <a:cs typeface="Noto Sans JP"/>
              </a:rPr>
              <a:t>09  システム全体構成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9D25E2-F165-4AF5-B94A-767842DA1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190625"/>
            <a:ext cx="495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11430">
            <a:solidFill>
              <a:srgbClr val="087F8C"/>
            </a:solidFill>
          </a:ln>
        </p:spPr>
      </p:sp>
      <p:sp>
        <p:nvSpPr>
          <p:cNvPr id="4" name="PAGE_NUMBER">
            <a:extLst xmlns:a="http://schemas.openxmlformats.org/drawingml/2006/main">
              <a:ext uri="{FF2B5EF4-FFF2-40B4-BE49-F238E27FC236}">
                <a16:creationId xmlns:a16="http://schemas.microsoft.com/office/drawing/2014/main" id="{C69601B6-3BBF-4891-AED6-17EBF0A59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95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rIns="0" t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57783"/>
                </a:solidFill>
                <a:latin typeface="Noto Sans JP"/>
                <a:ea typeface="Noto Sans JP"/>
                <a:cs typeface="Noto Sans JP"/>
              </a:defRPr>
            </a:pPr>
            <a:fld id="{3F68C633-E6D2-4145-B0B3-6AF626FB077F}" type="slidenum">
              <a:rPr sz="1350" b="0">
                <a:solidFill>
                  <a:srgbClr val="657783"/>
                </a:solidFill>
                <a:latin typeface="Noto Sans JP"/>
                <a:ea typeface="Noto Sans JP"/>
                <a:cs typeface="Noto Sans JP"/>
              </a:rPr>
              <a:t>11</a:t>
            </a:fld>
            <a:r>
              <a:rPr sz="1350" b="0">
                <a:solidFill>
                  <a:srgbClr val="657783"/>
                </a:solidFill>
                <a:latin typeface="Noto Sans JP"/>
                <a:ea typeface="Noto Sans JP"/>
                <a:cs typeface="Noto Sans JP"/>
              </a:rPr>
              <a:t> / 22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57FF3A-E721-4912-A910-8CECF942C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819275"/>
            <a:ext cx="1981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rIns="0" t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87F8C"/>
                </a:solidFill>
                <a:latin typeface="Noto Sans JP"/>
                <a:ea typeface="Noto Sans JP"/>
                <a:cs typeface="Noto Sans JP"/>
              </a:defRPr>
            </a:pPr>
            <a:r>
              <a:rPr sz="1950" b="1">
                <a:solidFill>
                  <a:srgbClr val="087F8C"/>
                </a:solidFill>
                <a:latin typeface="Noto Sans JP"/>
                <a:ea typeface="Noto Sans JP"/>
                <a:cs typeface="Noto Sans JP"/>
              </a:rPr>
              <a:t>利用者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DB853E-F659-43BE-8DDA-D60C9EAD2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1657350"/>
            <a:ext cx="857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7E9"/>
          </a:solidFill>
          <a:ln xmlns:a="http://schemas.openxmlformats.org/drawingml/2006/main" w="11430">
            <a:solidFill>
              <a:srgbClr val="D7E7E9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B815AE-17FD-4E00-AA67-05265530C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152775"/>
            <a:ext cx="1981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rIns="0" t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87F8C"/>
                </a:solidFill>
                <a:latin typeface="Noto Sans JP"/>
                <a:ea typeface="Noto Sans JP"/>
                <a:cs typeface="Noto Sans JP"/>
              </a:defRPr>
            </a:pPr>
            <a:r>
              <a:rPr sz="1950" b="1">
                <a:solidFill>
                  <a:srgbClr val="087F8C"/>
                </a:solidFill>
                <a:latin typeface="Noto Sans JP"/>
                <a:ea typeface="Noto Sans JP"/>
                <a:cs typeface="Noto Sans JP"/>
              </a:rPr>
              <a:t>処理・連携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DD52B7-2C33-4D29-BD1D-CCB888921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2990850"/>
            <a:ext cx="857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7E9"/>
          </a:solidFill>
          <a:ln xmlns:a="http://schemas.openxmlformats.org/drawingml/2006/main" w="11430">
            <a:solidFill>
              <a:srgbClr val="D7E7E9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05F1D9-D20A-40F8-93EE-B7EC0E93A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486275"/>
            <a:ext cx="1981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rIns="0" t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87F8C"/>
                </a:solidFill>
                <a:latin typeface="Noto Sans JP"/>
                <a:ea typeface="Noto Sans JP"/>
                <a:cs typeface="Noto Sans JP"/>
              </a:defRPr>
            </a:pPr>
            <a:r>
              <a:rPr sz="1950" b="1">
                <a:solidFill>
                  <a:srgbClr val="087F8C"/>
                </a:solidFill>
                <a:latin typeface="Noto Sans JP"/>
                <a:ea typeface="Noto Sans JP"/>
                <a:cs typeface="Noto Sans JP"/>
              </a:rPr>
              <a:t>保存・管理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368E00-D43A-4575-A885-229473503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4324350"/>
            <a:ext cx="857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7E9"/>
          </a:solidFill>
          <a:ln xmlns:a="http://schemas.openxmlformats.org/drawingml/2006/main" w="11430">
            <a:solidFill>
              <a:srgbClr val="D7E7E9"/>
            </a:solidFill>
          </a:ln>
        </p:spPr>
      </p:sp>
      <p:grpSp>
        <p:nvGrpSpPr>
          <p:cNvPr id="9000" name="NODE_33"/>
          <p:cNvGrpSpPr/>
          <p:nvPr/>
        </p:nvGrpSpPr>
        <p:grpSpPr>
          <ns1:xfrm xmlns:ns1="http://schemas.openxmlformats.org/drawingml/2006/main">
            <ns1:off x="3857625" y="1524000"/>
            <ns1:ext cx="1409700" cy="1190625"/>
            <ns1:chOff x="3857625" y="1524000"/>
            <ns1:chExt cx="1409700" cy="1190625"/>
          </ns1:xfrm>
        </p:grpSpPr>
        <p:sp>
          <p:nvSpPr>
            <p:cNvPr id="11" name="NODE_33">
              <a:extLst xmlns:a="http://schemas.openxmlformats.org/drawingml/2006/main">
                <a:ext uri="{FF2B5EF4-FFF2-40B4-BE49-F238E27FC236}">
                  <a16:creationId xmlns:a16="http://schemas.microsoft.com/office/drawing/2014/main" id="{BF4D78BE-82D1-4F3F-9346-94BED154FAB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191000" y="1524000"/>
              <a:ext cx="742950" cy="7429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11430">
              <a:noFill/>
            </a:ln>
          </p:spPr>
        </p:sp>
        <p:sp>
          <p:nvSpPr>
            <p:cNvPr id="13" name="NODE_33">
              <a:extLst xmlns:a="http://schemas.openxmlformats.org/drawingml/2006/main">
                <a:ext uri="{FF2B5EF4-FFF2-40B4-BE49-F238E27FC236}">
                  <a16:creationId xmlns:a16="http://schemas.microsoft.com/office/drawing/2014/main" id="{B24B3F40-3200-4DC3-9BC0-993536798A1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857625" y="2314575"/>
              <a:ext cx="1409700" cy="4000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lIns="0" rIns="0" tIns="0" bIns="0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725" b="0">
                  <a:solidFill>
                    <a:srgbClr val="132D40"/>
                  </a:solidFill>
                  <a:latin typeface="Noto Sans JP"/>
                  <a:ea typeface="Noto Sans JP"/>
                  <a:cs typeface="Noto Sans JP"/>
                </a:defRPr>
              </a:pPr>
              <a:r>
                <a:rPr sz="1725" b="0">
                  <a:solidFill>
                    <a:srgbClr val="132D40"/>
                  </a:solidFill>
                  <a:latin typeface="Noto Sans JP"/>
                  <a:ea typeface="Noto Sans JP"/>
                  <a:cs typeface="Noto Sans JP"/>
                </a:rPr>
                <a:t>［端末 A］</a:t>
              </a:r>
            </a:p>
          </p:txBody>
        </p:sp>
      </p:grpSp>
      <p:pic>
        <p:nvPicPr>
          <p:cNvPr id="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1ed1efb5e84857"/>
          <a:stretch xmlns:a="http://schemas.openxmlformats.org/drawingml/2006/main"/>
        </p:blipFill>
        <p:spPr>
          <a:xfrm xmlns:a="http://schemas.openxmlformats.org/drawingml/2006/main">
            <a:off x="4302561" y="1524000"/>
            <a:ext cx="519828" cy="742950"/>
          </a:xfrm>
          <a:prstGeom xmlns:a="http://schemas.openxmlformats.org/drawingml/2006/main" prst="rect">
            <a:avLst/>
          </a:prstGeom>
        </p:spPr>
      </p:pic>
      <p:grpSp>
        <p:nvGrpSpPr>
          <p:cNvPr id="9001" name="NODE_34"/>
          <p:cNvGrpSpPr/>
          <p:nvPr/>
        </p:nvGrpSpPr>
        <p:grpSpPr>
          <ns1:xfrm xmlns:ns1="http://schemas.openxmlformats.org/drawingml/2006/main">
            <ns1:off x="8429625" y="1524000"/>
            <ns1:ext cx="1409700" cy="1190625"/>
            <ns1:chOff x="8429625" y="1524000"/>
            <ns1:chExt cx="1409700" cy="1190625"/>
          </ns1:xfrm>
        </p:grpSpPr>
        <p:sp>
          <p:nvSpPr>
            <p:cNvPr id="14" name="NODE_34">
              <a:extLst xmlns:a="http://schemas.openxmlformats.org/drawingml/2006/main">
                <a:ext uri="{FF2B5EF4-FFF2-40B4-BE49-F238E27FC236}">
                  <a16:creationId xmlns:a16="http://schemas.microsoft.com/office/drawing/2014/main" id="{FA764625-1C2D-4D59-B25D-880D1F8B686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763000" y="1524000"/>
              <a:ext cx="742950" cy="7429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11430">
              <a:noFill/>
            </a:ln>
          </p:spPr>
        </p:sp>
        <p:sp>
          <p:nvSpPr>
            <p:cNvPr id="16" name="NODE_34">
              <a:extLst xmlns:a="http://schemas.openxmlformats.org/drawingml/2006/main">
                <a:ext uri="{FF2B5EF4-FFF2-40B4-BE49-F238E27FC236}">
                  <a16:creationId xmlns:a16="http://schemas.microsoft.com/office/drawing/2014/main" id="{DEA758B5-F103-4375-9366-12D3A615671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429625" y="2314575"/>
              <a:ext cx="1409700" cy="4000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lIns="0" rIns="0" tIns="0" bIns="0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725" b="0">
                  <a:solidFill>
                    <a:srgbClr val="132D40"/>
                  </a:solidFill>
                  <a:latin typeface="Noto Sans JP"/>
                  <a:ea typeface="Noto Sans JP"/>
                  <a:cs typeface="Noto Sans JP"/>
                </a:defRPr>
              </a:pPr>
              <a:r>
                <a:rPr sz="1725" b="0">
                  <a:solidFill>
                    <a:srgbClr val="132D40"/>
                  </a:solidFill>
                  <a:latin typeface="Noto Sans JP"/>
                  <a:ea typeface="Noto Sans JP"/>
                  <a:cs typeface="Noto Sans JP"/>
                </a:rPr>
                <a:t>［端末 B］</a:t>
              </a:r>
            </a:p>
          </p:txBody>
        </p:sp>
      </p:grpSp>
      <p:pic>
        <p:nvPicPr>
          <p:cNvPr id="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d85d6f28494487"/>
          <a:stretch xmlns:a="http://schemas.openxmlformats.org/drawingml/2006/main"/>
        </p:blipFill>
        <p:spPr>
          <a:xfrm xmlns:a="http://schemas.openxmlformats.org/drawingml/2006/main">
            <a:off x="8763000" y="1583880"/>
            <a:ext cx="742950" cy="623191"/>
          </a:xfrm>
          <a:prstGeom xmlns:a="http://schemas.openxmlformats.org/drawingml/2006/main" prst="rect">
            <a:avLst/>
          </a:prstGeom>
        </p:spPr>
      </p:pic>
      <p:grpSp>
        <p:nvGrpSpPr>
          <p:cNvPr id="9002" name="NODE_35"/>
          <p:cNvGrpSpPr/>
          <p:nvPr/>
        </p:nvGrpSpPr>
        <p:grpSpPr>
          <ns1:xfrm xmlns:ns1="http://schemas.openxmlformats.org/drawingml/2006/main">
            <ns1:off x="4524375" y="2990850"/>
            <ns1:ext cx="2190750" cy="590550"/>
            <ns1:chOff x="4524375" y="2990850"/>
            <ns1:chExt cx="2190750" cy="590550"/>
          </ns1:xfrm>
        </p:grpSpPr>
        <p:sp>
          <p:nvSpPr>
            <p:cNvPr id="17" name="NODE_35">
              <a:extLst xmlns:a="http://schemas.openxmlformats.org/drawingml/2006/main">
                <a:ext uri="{FF2B5EF4-FFF2-40B4-BE49-F238E27FC236}">
                  <a16:creationId xmlns:a16="http://schemas.microsoft.com/office/drawing/2014/main" id="{0BB57485-78FA-4EE8-9795-788FF0351AE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524375" y="2990850"/>
              <a:ext cx="2190750" cy="59055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0F9F8"/>
            </a:solidFill>
            <a:ln xmlns:a="http://schemas.openxmlformats.org/drawingml/2006/main" w="11430">
              <a:solidFill>
                <a:srgbClr val="087F8C"/>
              </a:solidFill>
            </a:ln>
          </p:spPr>
        </p:sp>
        <p:sp>
          <p:nvSpPr>
            <p:cNvPr id="18" name="NODE_35">
              <a:extLst xmlns:a="http://schemas.openxmlformats.org/drawingml/2006/main">
                <a:ext uri="{FF2B5EF4-FFF2-40B4-BE49-F238E27FC236}">
                  <a16:creationId xmlns:a16="http://schemas.microsoft.com/office/drawing/2014/main" id="{5FE21490-F5BB-4954-B9DB-DB0CF84C057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591050" y="3067050"/>
              <a:ext cx="2057400" cy="4762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lIns="0" rIns="0" tIns="0" bIns="0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800" b="1">
                  <a:solidFill>
                    <a:srgbClr val="087F8C"/>
                  </a:solidFill>
                  <a:latin typeface="Noto Sans JP"/>
                  <a:ea typeface="Noto Sans JP"/>
                  <a:cs typeface="Noto Sans JP"/>
                </a:defRPr>
              </a:pPr>
              <a:r>
                <a:rPr sz="1800" b="1">
                  <a:solidFill>
                    <a:srgbClr val="087F8C"/>
                  </a:solidFill>
                  <a:latin typeface="Noto Sans JP"/>
                  <a:ea typeface="Noto Sans JP"/>
                  <a:cs typeface="Noto Sans JP"/>
                </a:rPr>
                <a:t>［アプリ］</a:t>
              </a:r>
            </a:p>
          </p:txBody>
        </p:sp>
      </p:grpSp>
      <p:grpSp>
        <p:nvGrpSpPr>
          <p:cNvPr id="9003" name="NODE_36"/>
          <p:cNvGrpSpPr/>
          <p:nvPr/>
        </p:nvGrpSpPr>
        <p:grpSpPr>
          <ns1:xfrm xmlns:ns1="http://schemas.openxmlformats.org/drawingml/2006/main">
            <ns1:off x="8677275" y="2990850"/>
            <ns1:ext cx="2190750" cy="590550"/>
            <ns1:chOff x="8677275" y="2990850"/>
            <ns1:chExt cx="2190750" cy="590550"/>
          </ns1:xfrm>
        </p:grpSpPr>
        <p:sp>
          <p:nvSpPr>
            <p:cNvPr id="19" name="NODE_36">
              <a:extLst xmlns:a="http://schemas.openxmlformats.org/drawingml/2006/main">
                <a:ext uri="{FF2B5EF4-FFF2-40B4-BE49-F238E27FC236}">
                  <a16:creationId xmlns:a16="http://schemas.microsoft.com/office/drawing/2014/main" id="{DAA35E70-4904-4B9B-B624-A689FCEB5E5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677275" y="2990850"/>
              <a:ext cx="2190750" cy="59055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0F9F8"/>
            </a:solidFill>
            <a:ln xmlns:a="http://schemas.openxmlformats.org/drawingml/2006/main" w="11430">
              <a:solidFill>
                <a:srgbClr val="087F8C"/>
              </a:solidFill>
            </a:ln>
          </p:spPr>
        </p:sp>
        <p:sp>
          <p:nvSpPr>
            <p:cNvPr id="20" name="NODE_36">
              <a:extLst xmlns:a="http://schemas.openxmlformats.org/drawingml/2006/main">
                <a:ext uri="{FF2B5EF4-FFF2-40B4-BE49-F238E27FC236}">
                  <a16:creationId xmlns:a16="http://schemas.microsoft.com/office/drawing/2014/main" id="{5DD5CA4A-1257-44E4-A02F-B24FF0B701D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743950" y="3067050"/>
              <a:ext cx="2057400" cy="4762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lIns="0" rIns="0" tIns="0" bIns="0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800" b="1">
                  <a:solidFill>
                    <a:srgbClr val="087F8C"/>
                  </a:solidFill>
                  <a:latin typeface="Noto Sans JP"/>
                  <a:ea typeface="Noto Sans JP"/>
                  <a:cs typeface="Noto Sans JP"/>
                </a:defRPr>
              </a:pPr>
              <a:r>
                <a:rPr sz="1800" b="1">
                  <a:solidFill>
                    <a:srgbClr val="087F8C"/>
                  </a:solidFill>
                  <a:latin typeface="Noto Sans JP"/>
                  <a:ea typeface="Noto Sans JP"/>
                  <a:cs typeface="Noto Sans JP"/>
                </a:rPr>
                <a:t>［外部サービス］</a:t>
              </a:r>
            </a:p>
          </p:txBody>
        </p:sp>
      </p:grpSp>
      <p:grpSp>
        <p:nvGrpSpPr>
          <p:cNvPr id="9004" name="NODE_37"/>
          <p:cNvGrpSpPr/>
          <p:nvPr/>
        </p:nvGrpSpPr>
        <p:grpSpPr>
          <ns1:xfrm xmlns:ns1="http://schemas.openxmlformats.org/drawingml/2006/main">
            <ns1:off x="4905375" y="4191000"/>
            <ns1:ext cx="1457325" cy="1238250"/>
            <ns1:chOff x="4905375" y="4191000"/>
            <ns1:chExt cx="1457325" cy="1238250"/>
          </ns1:xfrm>
        </p:grpSpPr>
        <p:sp>
          <p:nvSpPr>
            <p:cNvPr id="21" name="NODE_37">
              <a:extLst xmlns:a="http://schemas.openxmlformats.org/drawingml/2006/main">
                <a:ext uri="{FF2B5EF4-FFF2-40B4-BE49-F238E27FC236}">
                  <a16:creationId xmlns:a16="http://schemas.microsoft.com/office/drawing/2014/main" id="{A26F3AD7-069E-4F3F-924C-1F10231161E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238750" y="4191000"/>
              <a:ext cx="790575" cy="7905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11430">
              <a:noFill/>
            </a:ln>
          </p:spPr>
        </p:sp>
        <p:sp>
          <p:nvSpPr>
            <p:cNvPr id="23" name="NODE_37">
              <a:extLst xmlns:a="http://schemas.openxmlformats.org/drawingml/2006/main">
                <a:ext uri="{FF2B5EF4-FFF2-40B4-BE49-F238E27FC236}">
                  <a16:creationId xmlns:a16="http://schemas.microsoft.com/office/drawing/2014/main" id="{F3933667-9E77-4A33-9D73-35A4C5ECB09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905375" y="5029200"/>
              <a:ext cx="1457325" cy="4000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lIns="0" rIns="0" tIns="0" bIns="0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725" b="0">
                  <a:solidFill>
                    <a:srgbClr val="132D40"/>
                  </a:solidFill>
                  <a:latin typeface="Noto Sans JP"/>
                  <a:ea typeface="Noto Sans JP"/>
                  <a:cs typeface="Noto Sans JP"/>
                </a:defRPr>
              </a:pPr>
              <a:r>
                <a:rPr sz="1725" b="0">
                  <a:solidFill>
                    <a:srgbClr val="132D40"/>
                  </a:solidFill>
                  <a:latin typeface="Noto Sans JP"/>
                  <a:ea typeface="Noto Sans JP"/>
                  <a:cs typeface="Noto Sans JP"/>
                </a:rPr>
                <a:t>［保存先］</a:t>
              </a:r>
            </a:p>
          </p:txBody>
        </p:sp>
      </p:grpSp>
      <p:pic>
        <p:nvPicPr>
          <p:cNvPr id="5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3227fc9e494501"/>
          <a:stretch xmlns:a="http://schemas.openxmlformats.org/drawingml/2006/main"/>
        </p:blipFill>
        <p:spPr>
          <a:xfrm xmlns:a="http://schemas.openxmlformats.org/drawingml/2006/main">
            <a:off x="5293571" y="4191000"/>
            <a:ext cx="680933" cy="790575"/>
          </a:xfrm>
          <a:prstGeom xmlns:a="http://schemas.openxmlformats.org/drawingml/2006/main" prst="rect">
            <a:avLst/>
          </a:prstGeom>
        </p:spPr>
      </p:pic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A4A2B77-2660-47B6-A15D-EC1B62EC3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1881188"/>
            <a:ext cx="685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11430">
            <a:solidFill>
              <a:srgbClr val="087F8C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155708B-0360-4CDB-8B46-66D1B33A9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1895475"/>
            <a:ext cx="133350" cy="109537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solidFill>
              <a:srgbClr val="087F8C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070B443-C272-460A-A4DC-38CEF6337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1881188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11430">
            <a:solidFill>
              <a:srgbClr val="087F8C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3876DFC-8D4F-466F-A2BD-9A06BECD2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975" y="1895475"/>
            <a:ext cx="133350" cy="109537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solidFill>
              <a:srgbClr val="087F8C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6905F1A-35CF-4AD3-99F2-7CE2F03FE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271838"/>
            <a:ext cx="9810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11430">
            <a:solidFill>
              <a:srgbClr val="087F8C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288C0E9-D6E1-4125-B45C-CD0BB7B08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219450"/>
            <a:ext cx="981075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solidFill>
              <a:srgbClr val="087F8C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0E7F47E-E23E-4DE8-8782-B499C7DB5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5463" y="3581400"/>
            <a:ext cx="285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11430">
            <a:solidFill>
              <a:srgbClr val="087F8C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9170FA4-0076-48C4-BAAD-FA8FA24C3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871913"/>
            <a:ext cx="14288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11430">
            <a:solidFill>
              <a:srgbClr val="087F8C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0462677-8EE0-46F9-BAFD-4784D211F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7363" y="3886200"/>
            <a:ext cx="133350" cy="3048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solidFill>
              <a:srgbClr val="087F8C"/>
            </a:solidFill>
          </a:ln>
        </p:spPr>
      </p:sp>
      <p:grpSp>
        <p:nvGrpSpPr>
          <p:cNvPr id="9005" name="USE_GUIDE"/>
          <p:cNvGrpSpPr/>
          <p:nvPr/>
        </p:nvGrpSpPr>
        <p:grpSpPr>
          <ns1:xfrm xmlns:ns1="http://schemas.openxmlformats.org/drawingml/2006/main">
            <ns1:off x="762000" y="5514975"/>
            <ns1:ext cx="10668000" cy="847725"/>
            <ns1:chOff x="762000" y="5514975"/>
            <ns1:chExt cx="10668000" cy="847725"/>
          </ns1:xfrm>
        </p:grpSpPr>
        <p:sp>
          <p:nvSpPr>
            <p:cNvPr id="33" name="USE_GUIDE">
              <a:extLst xmlns:a="http://schemas.openxmlformats.org/drawingml/2006/main">
                <a:ext uri="{FF2B5EF4-FFF2-40B4-BE49-F238E27FC236}">
                  <a16:creationId xmlns:a16="http://schemas.microsoft.com/office/drawing/2014/main" id="{91BFE82D-6E20-41B2-ABD7-89CD803E2DC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62000" y="5514975"/>
              <a:ext cx="10668000" cy="84772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1F8F8"/>
            </a:solidFill>
            <a:ln xmlns:a="http://schemas.openxmlformats.org/drawingml/2006/main" w="11430">
              <a:solidFill>
                <a:srgbClr val="D4E5E7"/>
              </a:solidFill>
            </a:ln>
          </p:spPr>
        </p:sp>
        <p:sp>
          <p:nvSpPr>
            <p:cNvPr id="34" name="USE_GUIDE">
              <a:extLst xmlns:a="http://schemas.openxmlformats.org/drawingml/2006/main">
                <a:ext uri="{FF2B5EF4-FFF2-40B4-BE49-F238E27FC236}">
                  <a16:creationId xmlns:a16="http://schemas.microsoft.com/office/drawing/2014/main" id="{897CC772-4EDD-41E0-860A-E7A53BE7432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14400" y="5553075"/>
              <a:ext cx="10334625" cy="2571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lIns="0" rIns="0" tIns="0" bIns="0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500" b="1">
                  <a:solidFill>
                    <a:srgbClr val="132D40"/>
                  </a:solidFill>
                  <a:latin typeface="Noto Sans JP"/>
                  <a:ea typeface="Noto Sans JP"/>
                  <a:cs typeface="Noto Sans JP"/>
                </a:defRPr>
              </a:pPr>
              <a:r>
                <a:rPr sz="1500" b="1">
                  <a:solidFill>
                    <a:srgbClr val="132D40"/>
                  </a:solidFill>
                  <a:latin typeface="Noto Sans JP"/>
                  <a:ea typeface="Noto Sans JP"/>
                  <a:cs typeface="Noto Sans JP"/>
                </a:rPr>
                <a:t>【目的】システムの主要な役割と接続関係を説明する</a:t>
              </a:r>
            </a:p>
          </p:txBody>
        </p:sp>
        <p:sp>
          <p:nvSpPr>
            <p:cNvPr id="35" name="USE_GUIDE">
              <a:extLst xmlns:a="http://schemas.openxmlformats.org/drawingml/2006/main">
                <a:ext uri="{FF2B5EF4-FFF2-40B4-BE49-F238E27FC236}">
                  <a16:creationId xmlns:a16="http://schemas.microsoft.com/office/drawing/2014/main" id="{D03F09CF-955F-4167-A5D8-CA9B9E950FE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14400" y="5819775"/>
              <a:ext cx="10334625" cy="266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lIns="0" rIns="0" tIns="0" bIns="0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500" b="0">
                  <a:solidFill>
                    <a:srgbClr val="132D40"/>
                  </a:solidFill>
                  <a:latin typeface="Noto Sans JP"/>
                  <a:ea typeface="Noto Sans JP"/>
                  <a:cs typeface="Noto Sans JP"/>
                </a:defRPr>
              </a:pPr>
              <a:r>
                <a:rPr sz="1500" b="0">
                  <a:solidFill>
                    <a:srgbClr val="132D40"/>
                  </a:solidFill>
                  <a:latin typeface="Noto Sans JP"/>
                  <a:ea typeface="Noto Sans JP"/>
                  <a:cs typeface="Noto Sans JP"/>
                </a:rPr>
                <a:t>【構図】上段に利用者、中段に処理・連携、下段に保存・管理を置く</a:t>
              </a:r>
            </a:p>
          </p:txBody>
        </p:sp>
        <p:sp>
          <p:nvSpPr>
            <p:cNvPr id="36" name="USE_GUIDE">
              <a:extLst xmlns:a="http://schemas.openxmlformats.org/drawingml/2006/main">
                <a:ext uri="{FF2B5EF4-FFF2-40B4-BE49-F238E27FC236}">
                  <a16:creationId xmlns:a16="http://schemas.microsoft.com/office/drawing/2014/main" id="{B5F44E04-B2BF-41BD-B4BD-352BB0BB164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14400" y="6086475"/>
              <a:ext cx="10334625" cy="2476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lIns="0" rIns="0" tIns="0" bIns="0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350" b="0">
                  <a:solidFill>
                    <a:srgbClr val="657783"/>
                  </a:solidFill>
                  <a:latin typeface="Noto Sans JP"/>
                  <a:ea typeface="Noto Sans JP"/>
                  <a:cs typeface="Noto Sans JP"/>
                </a:defRPr>
              </a:pPr>
              <a:r>
                <a:rPr sz="1350" b="0">
                  <a:solidFill>
                    <a:srgbClr val="657783"/>
                  </a:solidFill>
                  <a:latin typeface="Noto Sans JP"/>
                  <a:ea typeface="Noto Sans JP"/>
                  <a:cs typeface="Noto Sans JP"/>
                </a:rPr>
                <a:t>【効果】全体の役割を階層ごとに整理できる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0727251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abbbd59b434d99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463471-F163-4660-A981-D7BB85B17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rIns="0" t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32D40"/>
                </a:solidFill>
                <a:latin typeface="Noto Sans JP"/>
                <a:ea typeface="Noto Sans JP"/>
                <a:cs typeface="Noto Sans JP"/>
              </a:defRPr>
            </a:pPr>
            <a:r>
              <a:rPr sz="3000" b="1">
                <a:solidFill>
                  <a:srgbClr val="132D40"/>
                </a:solidFill>
                <a:latin typeface="Noto Sans JP"/>
                <a:ea typeface="Noto Sans JP"/>
                <a:cs typeface="Noto Sans JP"/>
              </a:rPr>
              <a:t>10  監視と通知のルール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2DB406-32D0-4D26-8044-635636D3D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190625"/>
            <a:ext cx="495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11430">
            <a:solidFill>
              <a:srgbClr val="087F8C"/>
            </a:solidFill>
          </a:ln>
        </p:spPr>
      </p:sp>
      <p:sp>
        <p:nvSpPr>
          <p:cNvPr id="4" name="PAGE_NUMBER">
            <a:extLst xmlns:a="http://schemas.openxmlformats.org/drawingml/2006/main">
              <a:ext uri="{FF2B5EF4-FFF2-40B4-BE49-F238E27FC236}">
                <a16:creationId xmlns:a16="http://schemas.microsoft.com/office/drawing/2014/main" id="{DF8F4674-D8C9-43A8-8635-0CC93235C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95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rIns="0" t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57783"/>
                </a:solidFill>
                <a:latin typeface="Noto Sans JP"/>
                <a:ea typeface="Noto Sans JP"/>
                <a:cs typeface="Noto Sans JP"/>
              </a:defRPr>
            </a:pPr>
            <a:fld id="{997505B6-88A9-4B00-AA68-7A84851DF507}" type="slidenum">
              <a:rPr sz="1350" b="0">
                <a:solidFill>
                  <a:srgbClr val="657783"/>
                </a:solidFill>
                <a:latin typeface="Noto Sans JP"/>
                <a:ea typeface="Noto Sans JP"/>
                <a:cs typeface="Noto Sans JP"/>
              </a:rPr>
              <a:t>12</a:t>
            </a:fld>
            <a:r>
              <a:rPr sz="1350" b="0">
                <a:solidFill>
                  <a:srgbClr val="657783"/>
                </a:solidFill>
                <a:latin typeface="Noto Sans JP"/>
                <a:ea typeface="Noto Sans JP"/>
                <a:cs typeface="Noto Sans JP"/>
              </a:rPr>
              <a:t> / 22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3EC108-E848-4625-83ED-16EEB3930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65735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rIns="0" t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087F8C"/>
                </a:solidFill>
                <a:latin typeface="Noto Sans JP"/>
                <a:ea typeface="Noto Sans JP"/>
                <a:cs typeface="Noto Sans JP"/>
              </a:defRPr>
            </a:pPr>
            <a:r>
              <a:rPr sz="2400" b="1">
                <a:solidFill>
                  <a:srgbClr val="087F8C"/>
                </a:solidFill>
                <a:latin typeface="Noto Sans JP"/>
                <a:ea typeface="Noto Sans JP"/>
                <a:cs typeface="Noto Sans JP"/>
              </a:rPr>
              <a:t>正常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AE4E87-605A-4CE7-AE1D-498836D12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238375"/>
            <a:ext cx="30003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11430">
            <a:solidFill>
              <a:srgbClr val="087F8C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919663-284B-44DF-9D86-74CC3ACDF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495550"/>
            <a:ext cx="30003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rIns="0" t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32D40"/>
                </a:solidFill>
                <a:latin typeface="Noto Sans JP"/>
                <a:ea typeface="Noto Sans JP"/>
                <a:cs typeface="Noto Sans JP"/>
              </a:defRPr>
            </a:pPr>
            <a:r>
              <a:rPr sz="1950" b="1">
                <a:solidFill>
                  <a:srgbClr val="132D40"/>
                </a:solidFill>
                <a:latin typeface="Noto Sans JP"/>
                <a:ea typeface="Noto Sans JP"/>
                <a:cs typeface="Noto Sans JP"/>
              </a:rPr>
              <a:t>［判断基準］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376C75-3929-4576-8B8C-9E654011E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962275"/>
            <a:ext cx="30003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rIns="0" t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657783"/>
                </a:solidFill>
                <a:latin typeface="Noto Sans JP"/>
                <a:ea typeface="Noto Sans JP"/>
                <a:cs typeface="Noto Sans JP"/>
              </a:defRPr>
            </a:pPr>
            <a:r>
              <a:rPr sz="1725" b="0">
                <a:solidFill>
                  <a:srgbClr val="657783"/>
                </a:solidFill>
                <a:latin typeface="Noto Sans JP"/>
                <a:ea typeface="Noto Sans JP"/>
                <a:cs typeface="Noto Sans JP"/>
              </a:rPr>
              <a:t>［しきい値や条件］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4867F7-E452-499D-8FA3-5FD128654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781425"/>
            <a:ext cx="30003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rIns="0" t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87F8C"/>
                </a:solidFill>
                <a:latin typeface="Noto Sans JP"/>
                <a:ea typeface="Noto Sans JP"/>
                <a:cs typeface="Noto Sans JP"/>
              </a:defRPr>
            </a:pPr>
            <a:r>
              <a:rPr sz="1950" b="1">
                <a:solidFill>
                  <a:srgbClr val="087F8C"/>
                </a:solidFill>
                <a:latin typeface="Noto Sans JP"/>
                <a:ea typeface="Noto Sans JP"/>
                <a:cs typeface="Noto Sans JP"/>
              </a:rPr>
              <a:t>［対応する行動］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43DBE0-087C-4D64-B1CA-42E95984E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276725"/>
            <a:ext cx="30003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rIns="0" t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32D40"/>
                </a:solidFill>
                <a:latin typeface="Noto Sans JP"/>
                <a:ea typeface="Noto Sans JP"/>
                <a:cs typeface="Noto Sans JP"/>
              </a:defRPr>
            </a:pPr>
            <a:r>
              <a:rPr sz="1650" b="0">
                <a:solidFill>
                  <a:srgbClr val="132D40"/>
                </a:solidFill>
                <a:latin typeface="Noto Sans JP"/>
                <a:ea typeface="Noto Sans JP"/>
                <a:cs typeface="Noto Sans JP"/>
              </a:rPr>
              <a:t>［通知先・対応時間］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474CB0-D240-4566-8F8B-7F4DDB360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65735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rIns="0" t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B98622"/>
                </a:solidFill>
                <a:latin typeface="Noto Sans JP"/>
                <a:ea typeface="Noto Sans JP"/>
                <a:cs typeface="Noto Sans JP"/>
              </a:defRPr>
            </a:pPr>
            <a:r>
              <a:rPr sz="2400" b="1">
                <a:solidFill>
                  <a:srgbClr val="B98622"/>
                </a:solidFill>
                <a:latin typeface="Noto Sans JP"/>
                <a:ea typeface="Noto Sans JP"/>
                <a:cs typeface="Noto Sans JP"/>
              </a:rPr>
              <a:t>注意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D40F48-42D3-46FF-8129-A603673AE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238375"/>
            <a:ext cx="30003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8622"/>
          </a:solidFill>
          <a:ln xmlns:a="http://schemas.openxmlformats.org/drawingml/2006/main" w="11430">
            <a:solidFill>
              <a:srgbClr val="B98622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D89782-16C7-45AB-828D-5CD661645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495550"/>
            <a:ext cx="30003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rIns="0" t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32D40"/>
                </a:solidFill>
                <a:latin typeface="Noto Sans JP"/>
                <a:ea typeface="Noto Sans JP"/>
                <a:cs typeface="Noto Sans JP"/>
              </a:defRPr>
            </a:pPr>
            <a:r>
              <a:rPr sz="1950" b="1">
                <a:solidFill>
                  <a:srgbClr val="132D40"/>
                </a:solidFill>
                <a:latin typeface="Noto Sans JP"/>
                <a:ea typeface="Noto Sans JP"/>
                <a:cs typeface="Noto Sans JP"/>
              </a:rPr>
              <a:t>［判断基準］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8EFA5E-AFFE-4550-B135-F73E5AB36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962275"/>
            <a:ext cx="30003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rIns="0" t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657783"/>
                </a:solidFill>
                <a:latin typeface="Noto Sans JP"/>
                <a:ea typeface="Noto Sans JP"/>
                <a:cs typeface="Noto Sans JP"/>
              </a:defRPr>
            </a:pPr>
            <a:r>
              <a:rPr sz="1725" b="0">
                <a:solidFill>
                  <a:srgbClr val="657783"/>
                </a:solidFill>
                <a:latin typeface="Noto Sans JP"/>
                <a:ea typeface="Noto Sans JP"/>
                <a:cs typeface="Noto Sans JP"/>
              </a:rPr>
              <a:t>［しきい値や条件］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62E5B6-A45A-4B67-A772-BEF475519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781425"/>
            <a:ext cx="30003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rIns="0" t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B98622"/>
                </a:solidFill>
                <a:latin typeface="Noto Sans JP"/>
                <a:ea typeface="Noto Sans JP"/>
                <a:cs typeface="Noto Sans JP"/>
              </a:defRPr>
            </a:pPr>
            <a:r>
              <a:rPr sz="1950" b="1">
                <a:solidFill>
                  <a:srgbClr val="B98622"/>
                </a:solidFill>
                <a:latin typeface="Noto Sans JP"/>
                <a:ea typeface="Noto Sans JP"/>
                <a:cs typeface="Noto Sans JP"/>
              </a:rPr>
              <a:t>［対応する行動］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DF01DC-62CD-43C2-9E72-7C9C22757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276725"/>
            <a:ext cx="30003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rIns="0" t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32D40"/>
                </a:solidFill>
                <a:latin typeface="Noto Sans JP"/>
                <a:ea typeface="Noto Sans JP"/>
                <a:cs typeface="Noto Sans JP"/>
              </a:defRPr>
            </a:pPr>
            <a:r>
              <a:rPr sz="1650" b="0">
                <a:solidFill>
                  <a:srgbClr val="132D40"/>
                </a:solidFill>
                <a:latin typeface="Noto Sans JP"/>
                <a:ea typeface="Noto Sans JP"/>
                <a:cs typeface="Noto Sans JP"/>
              </a:rPr>
              <a:t>［通知先・対応時間］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7FE586-C202-4403-99BB-A98F00AD2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65735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rIns="0" t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C34B4B"/>
                </a:solidFill>
                <a:latin typeface="Noto Sans JP"/>
                <a:ea typeface="Noto Sans JP"/>
                <a:cs typeface="Noto Sans JP"/>
              </a:defRPr>
            </a:pPr>
            <a:r>
              <a:rPr sz="2400" b="1">
                <a:solidFill>
                  <a:srgbClr val="C34B4B"/>
                </a:solidFill>
                <a:latin typeface="Noto Sans JP"/>
                <a:ea typeface="Noto Sans JP"/>
                <a:cs typeface="Noto Sans JP"/>
              </a:rPr>
              <a:t>異常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CC0EEB-CC57-43A0-9B52-D247C765A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238375"/>
            <a:ext cx="30003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34B4B"/>
          </a:solidFill>
          <a:ln xmlns:a="http://schemas.openxmlformats.org/drawingml/2006/main" w="11430">
            <a:solidFill>
              <a:srgbClr val="C34B4B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DF48D26-F8F0-4241-9863-1C29BCE90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495550"/>
            <a:ext cx="30003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rIns="0" t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32D40"/>
                </a:solidFill>
                <a:latin typeface="Noto Sans JP"/>
                <a:ea typeface="Noto Sans JP"/>
                <a:cs typeface="Noto Sans JP"/>
              </a:defRPr>
            </a:pPr>
            <a:r>
              <a:rPr sz="1950" b="1">
                <a:solidFill>
                  <a:srgbClr val="132D40"/>
                </a:solidFill>
                <a:latin typeface="Noto Sans JP"/>
                <a:ea typeface="Noto Sans JP"/>
                <a:cs typeface="Noto Sans JP"/>
              </a:rPr>
              <a:t>［判断基準］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D94A321-454E-41C6-8D96-47FDB41A7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962275"/>
            <a:ext cx="30003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rIns="0" t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657783"/>
                </a:solidFill>
                <a:latin typeface="Noto Sans JP"/>
                <a:ea typeface="Noto Sans JP"/>
                <a:cs typeface="Noto Sans JP"/>
              </a:defRPr>
            </a:pPr>
            <a:r>
              <a:rPr sz="1725" b="0">
                <a:solidFill>
                  <a:srgbClr val="657783"/>
                </a:solidFill>
                <a:latin typeface="Noto Sans JP"/>
                <a:ea typeface="Noto Sans JP"/>
                <a:cs typeface="Noto Sans JP"/>
              </a:rPr>
              <a:t>［しきい値や条件］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D9119DD-6795-4400-9CBD-A143F0012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781425"/>
            <a:ext cx="30003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rIns="0" t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C34B4B"/>
                </a:solidFill>
                <a:latin typeface="Noto Sans JP"/>
                <a:ea typeface="Noto Sans JP"/>
                <a:cs typeface="Noto Sans JP"/>
              </a:defRPr>
            </a:pPr>
            <a:r>
              <a:rPr sz="1950" b="1">
                <a:solidFill>
                  <a:srgbClr val="C34B4B"/>
                </a:solidFill>
                <a:latin typeface="Noto Sans JP"/>
                <a:ea typeface="Noto Sans JP"/>
                <a:cs typeface="Noto Sans JP"/>
              </a:rPr>
              <a:t>［対応する行動］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A371DBA-2946-4D48-91DA-0FAE20500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276725"/>
            <a:ext cx="30003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rIns="0" t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32D40"/>
                </a:solidFill>
                <a:latin typeface="Noto Sans JP"/>
                <a:ea typeface="Noto Sans JP"/>
                <a:cs typeface="Noto Sans JP"/>
              </a:defRPr>
            </a:pPr>
            <a:r>
              <a:rPr sz="1650" b="0">
                <a:solidFill>
                  <a:srgbClr val="132D40"/>
                </a:solidFill>
                <a:latin typeface="Noto Sans JP"/>
                <a:ea typeface="Noto Sans JP"/>
                <a:cs typeface="Noto Sans JP"/>
              </a:rPr>
              <a:t>［通知先・対応時間］</a:t>
            </a:r>
          </a:p>
        </p:txBody>
      </p:sp>
      <p:grpSp>
        <p:nvGrpSpPr>
          <p:cNvPr id="9000" name="USE_GUIDE"/>
          <p:cNvGrpSpPr/>
          <p:nvPr/>
        </p:nvGrpSpPr>
        <p:grpSpPr>
          <ns1:xfrm xmlns:ns1="http://schemas.openxmlformats.org/drawingml/2006/main">
            <ns1:off x="762000" y="5514975"/>
            <ns1:ext cx="10668000" cy="847725"/>
            <ns1:chOff x="762000" y="5514975"/>
            <ns1:chExt cx="10668000" cy="847725"/>
          </ns1:xfrm>
        </p:grpSpPr>
        <p:sp>
          <p:nvSpPr>
            <p:cNvPr id="23" name="USE_GUIDE">
              <a:extLst xmlns:a="http://schemas.openxmlformats.org/drawingml/2006/main">
                <a:ext uri="{FF2B5EF4-FFF2-40B4-BE49-F238E27FC236}">
                  <a16:creationId xmlns:a16="http://schemas.microsoft.com/office/drawing/2014/main" id="{8688CF8F-8F03-4538-A8F8-B71179836AD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62000" y="5514975"/>
              <a:ext cx="10668000" cy="84772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1F8F8"/>
            </a:solidFill>
            <a:ln xmlns:a="http://schemas.openxmlformats.org/drawingml/2006/main" w="11430">
              <a:solidFill>
                <a:srgbClr val="D4E5E7"/>
              </a:solidFill>
            </a:ln>
          </p:spPr>
        </p:sp>
        <p:sp>
          <p:nvSpPr>
            <p:cNvPr id="24" name="USE_GUIDE">
              <a:extLst xmlns:a="http://schemas.openxmlformats.org/drawingml/2006/main">
                <a:ext uri="{FF2B5EF4-FFF2-40B4-BE49-F238E27FC236}">
                  <a16:creationId xmlns:a16="http://schemas.microsoft.com/office/drawing/2014/main" id="{C15BAEB2-CDAD-4A9D-B765-6B0938E7CB1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14400" y="5553075"/>
              <a:ext cx="10334625" cy="2571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lIns="0" rIns="0" tIns="0" bIns="0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500" b="1">
                  <a:solidFill>
                    <a:srgbClr val="132D40"/>
                  </a:solidFill>
                  <a:latin typeface="Noto Sans JP"/>
                  <a:ea typeface="Noto Sans JP"/>
                  <a:cs typeface="Noto Sans JP"/>
                </a:defRPr>
              </a:pPr>
              <a:r>
                <a:rPr sz="1500" b="1">
                  <a:solidFill>
                    <a:srgbClr val="132D40"/>
                  </a:solidFill>
                  <a:latin typeface="Noto Sans JP"/>
                  <a:ea typeface="Noto Sans JP"/>
                  <a:cs typeface="Noto Sans JP"/>
                </a:rPr>
                <a:t>【目的】計測結果に応じた判断と行動を説明する</a:t>
              </a:r>
            </a:p>
          </p:txBody>
        </p:sp>
        <p:sp>
          <p:nvSpPr>
            <p:cNvPr id="25" name="USE_GUIDE">
              <a:extLst xmlns:a="http://schemas.openxmlformats.org/drawingml/2006/main">
                <a:ext uri="{FF2B5EF4-FFF2-40B4-BE49-F238E27FC236}">
                  <a16:creationId xmlns:a16="http://schemas.microsoft.com/office/drawing/2014/main" id="{A0278C91-42C1-44A5-A20E-F39BF651166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14400" y="5819775"/>
              <a:ext cx="10334625" cy="266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lIns="0" rIns="0" tIns="0" bIns="0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500" b="0">
                  <a:solidFill>
                    <a:srgbClr val="132D40"/>
                  </a:solidFill>
                  <a:latin typeface="Noto Sans JP"/>
                  <a:ea typeface="Noto Sans JP"/>
                  <a:cs typeface="Noto Sans JP"/>
                </a:defRPr>
              </a:pPr>
              <a:r>
                <a:rPr sz="1500" b="0">
                  <a:solidFill>
                    <a:srgbClr val="132D40"/>
                  </a:solidFill>
                  <a:latin typeface="Noto Sans JP"/>
                  <a:ea typeface="Noto Sans JP"/>
                  <a:cs typeface="Noto Sans JP"/>
                </a:rPr>
                <a:t>【構図】正常・注意・異常を横に並べ、各列に基準と行動を同じ順で置く</a:t>
              </a:r>
            </a:p>
          </p:txBody>
        </p:sp>
        <p:sp>
          <p:nvSpPr>
            <p:cNvPr id="26" name="USE_GUIDE">
              <a:extLst xmlns:a="http://schemas.openxmlformats.org/drawingml/2006/main">
                <a:ext uri="{FF2B5EF4-FFF2-40B4-BE49-F238E27FC236}">
                  <a16:creationId xmlns:a16="http://schemas.microsoft.com/office/drawing/2014/main" id="{66B75E94-3B56-446A-B43A-57AF79194F1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14400" y="6086475"/>
              <a:ext cx="10334625" cy="2476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lIns="0" rIns="0" tIns="0" bIns="0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350" b="0">
                  <a:solidFill>
                    <a:srgbClr val="657783"/>
                  </a:solidFill>
                  <a:latin typeface="Noto Sans JP"/>
                  <a:ea typeface="Noto Sans JP"/>
                  <a:cs typeface="Noto Sans JP"/>
                </a:defRPr>
              </a:pPr>
              <a:r>
                <a:rPr sz="1350" b="0">
                  <a:solidFill>
                    <a:srgbClr val="657783"/>
                  </a:solidFill>
                  <a:latin typeface="Noto Sans JP"/>
                  <a:ea typeface="Noto Sans JP"/>
                  <a:cs typeface="Noto Sans JP"/>
                </a:rPr>
                <a:t>【効果】数値を見るだけでなく、次の行動につなげられる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3766133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829040295d443a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F28469-466C-406F-8C75-7F6D2A228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rIns="0" t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32D40"/>
                </a:solidFill>
                <a:latin typeface="Noto Sans JP"/>
                <a:ea typeface="Noto Sans JP"/>
                <a:cs typeface="Noto Sans JP"/>
              </a:defRPr>
            </a:pPr>
            <a:r>
              <a:rPr sz="3000" b="1">
                <a:solidFill>
                  <a:srgbClr val="132D40"/>
                </a:solidFill>
                <a:latin typeface="Noto Sans JP"/>
                <a:ea typeface="Noto Sans JP"/>
                <a:cs typeface="Noto Sans JP"/>
              </a:rPr>
              <a:t>11  利用者の画面遷移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9994F4-4605-4B1A-8C9E-0D571F10C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190625"/>
            <a:ext cx="495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11430">
            <a:solidFill>
              <a:srgbClr val="087F8C"/>
            </a:solidFill>
          </a:ln>
        </p:spPr>
      </p:sp>
      <p:sp>
        <p:nvSpPr>
          <p:cNvPr id="4" name="PAGE_NUMBER">
            <a:extLst xmlns:a="http://schemas.openxmlformats.org/drawingml/2006/main">
              <a:ext uri="{FF2B5EF4-FFF2-40B4-BE49-F238E27FC236}">
                <a16:creationId xmlns:a16="http://schemas.microsoft.com/office/drawing/2014/main" id="{BDA70265-C585-4E6F-B02D-3253E452A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95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rIns="0" t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57783"/>
                </a:solidFill>
                <a:latin typeface="Noto Sans JP"/>
                <a:ea typeface="Noto Sans JP"/>
                <a:cs typeface="Noto Sans JP"/>
              </a:defRPr>
            </a:pPr>
            <a:fld id="{5226F5AA-2D67-4C67-BB1B-B07CC301F4EB}" type="slidenum">
              <a:rPr sz="1350" b="0">
                <a:solidFill>
                  <a:srgbClr val="657783"/>
                </a:solidFill>
                <a:latin typeface="Noto Sans JP"/>
                <a:ea typeface="Noto Sans JP"/>
                <a:cs typeface="Noto Sans JP"/>
              </a:rPr>
              <a:t>13</a:t>
            </a:fld>
            <a:r>
              <a:rPr sz="1350" b="0">
                <a:solidFill>
                  <a:srgbClr val="657783"/>
                </a:solidFill>
                <a:latin typeface="Noto Sans JP"/>
                <a:ea typeface="Noto Sans JP"/>
                <a:cs typeface="Noto Sans JP"/>
              </a:rPr>
              <a:t> / 22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F249E9-9012-4A5A-8FE0-A36DAF7B6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838325"/>
            <a:ext cx="21812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rIns="0" t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087F8C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1">
                <a:solidFill>
                  <a:srgbClr val="087F8C"/>
                </a:solidFill>
                <a:latin typeface="Noto Sans JP"/>
                <a:ea typeface="Noto Sans JP"/>
                <a:cs typeface="Noto Sans JP"/>
              </a:rPr>
              <a:t>［一覧画面］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0EDBB7-34B7-40C2-ADF4-B6BFA68C8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447925"/>
            <a:ext cx="2181225" cy="1724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B"/>
          </a:solidFill>
          <a:ln xmlns:a="http://schemas.openxmlformats.org/drawingml/2006/main" w="11430">
            <a:solidFill>
              <a:srgbClr val="BCD6DA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26CDE9-E710-4E21-8982-5A723629D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05100"/>
            <a:ext cx="18764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rIns="0" t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32D40"/>
                </a:solidFill>
                <a:latin typeface="Noto Sans JP"/>
                <a:ea typeface="Noto Sans JP"/>
                <a:cs typeface="Noto Sans JP"/>
              </a:defRPr>
            </a:pPr>
            <a:r>
              <a:rPr sz="1650" b="0">
                <a:solidFill>
                  <a:srgbClr val="132D40"/>
                </a:solidFill>
                <a:latin typeface="Noto Sans JP"/>
                <a:ea typeface="Noto Sans JP"/>
                <a:cs typeface="Noto Sans JP"/>
              </a:rPr>
              <a:t>［主な表示内容］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6FBCE9-46E7-49D4-9350-7EFF435D4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429000"/>
            <a:ext cx="17049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5F4"/>
          </a:solidFill>
          <a:ln xmlns:a="http://schemas.openxmlformats.org/drawingml/2006/main" w="11430">
            <a:solidFill>
              <a:srgbClr val="087F8C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EB4C07-EEC3-41DA-AADF-774229D45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3486150"/>
            <a:ext cx="16478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rIns="0" t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87F8C"/>
                </a:solidFill>
                <a:latin typeface="Noto Sans JP"/>
                <a:ea typeface="Noto Sans JP"/>
                <a:cs typeface="Noto Sans JP"/>
              </a:defRPr>
            </a:pPr>
            <a:r>
              <a:rPr sz="1575" b="1">
                <a:solidFill>
                  <a:srgbClr val="087F8C"/>
                </a:solidFill>
                <a:latin typeface="Noto Sans JP"/>
                <a:ea typeface="Noto Sans JP"/>
                <a:cs typeface="Noto Sans JP"/>
              </a:rPr>
              <a:t>［操作ボタン］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2128A1-0AF7-47BA-9023-68A24A142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3105150"/>
            <a:ext cx="314325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solidFill>
              <a:srgbClr val="087F8C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7DDC15-2716-4C41-815B-908757AF4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4429125"/>
            <a:ext cx="1028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rIns="0" t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657783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0">
                <a:solidFill>
                  <a:srgbClr val="657783"/>
                </a:solidFill>
                <a:latin typeface="Noto Sans JP"/>
                <a:ea typeface="Noto Sans JP"/>
                <a:cs typeface="Noto Sans JP"/>
              </a:rPr>
              <a:t>［操作］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5DC6E1-32E0-427E-A80E-C04E996C5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1838325"/>
            <a:ext cx="21812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rIns="0" t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087F8C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1">
                <a:solidFill>
                  <a:srgbClr val="087F8C"/>
                </a:solidFill>
                <a:latin typeface="Noto Sans JP"/>
                <a:ea typeface="Noto Sans JP"/>
                <a:cs typeface="Noto Sans JP"/>
              </a:rPr>
              <a:t>［詳細画面］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F9AFAD-DE35-45FB-B3A4-1B2808F92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2447925"/>
            <a:ext cx="2181225" cy="1724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B"/>
          </a:solidFill>
          <a:ln xmlns:a="http://schemas.openxmlformats.org/drawingml/2006/main" w="11430">
            <a:solidFill>
              <a:srgbClr val="BCD6DA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8AAA31-C5B6-45B5-AB67-E061D9376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705100"/>
            <a:ext cx="18764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rIns="0" t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32D40"/>
                </a:solidFill>
                <a:latin typeface="Noto Sans JP"/>
                <a:ea typeface="Noto Sans JP"/>
                <a:cs typeface="Noto Sans JP"/>
              </a:defRPr>
            </a:pPr>
            <a:r>
              <a:rPr sz="1650" b="0">
                <a:solidFill>
                  <a:srgbClr val="132D40"/>
                </a:solidFill>
                <a:latin typeface="Noto Sans JP"/>
                <a:ea typeface="Noto Sans JP"/>
                <a:cs typeface="Noto Sans JP"/>
              </a:rPr>
              <a:t>［主な表示内容］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1D209F-4AE6-486D-9D3C-072957F74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429000"/>
            <a:ext cx="17049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5F4"/>
          </a:solidFill>
          <a:ln xmlns:a="http://schemas.openxmlformats.org/drawingml/2006/main" w="11430">
            <a:solidFill>
              <a:srgbClr val="087F8C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94C45E-CBA4-45AE-A79D-BC1E35495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3486150"/>
            <a:ext cx="16478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rIns="0" t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87F8C"/>
                </a:solidFill>
                <a:latin typeface="Noto Sans JP"/>
                <a:ea typeface="Noto Sans JP"/>
                <a:cs typeface="Noto Sans JP"/>
              </a:defRPr>
            </a:pPr>
            <a:r>
              <a:rPr sz="1575" b="1">
                <a:solidFill>
                  <a:srgbClr val="087F8C"/>
                </a:solidFill>
                <a:latin typeface="Noto Sans JP"/>
                <a:ea typeface="Noto Sans JP"/>
                <a:cs typeface="Noto Sans JP"/>
              </a:rPr>
              <a:t>［操作ボタン］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52CFB3-B707-4D62-844E-642F47CE8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3105150"/>
            <a:ext cx="314325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solidFill>
              <a:srgbClr val="087F8C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312A60-A833-4689-A54C-DB5F4A573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4429125"/>
            <a:ext cx="1028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rIns="0" t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657783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0">
                <a:solidFill>
                  <a:srgbClr val="657783"/>
                </a:solidFill>
                <a:latin typeface="Noto Sans JP"/>
                <a:ea typeface="Noto Sans JP"/>
                <a:cs typeface="Noto Sans JP"/>
              </a:rPr>
              <a:t>［操作］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0A09336-BCA5-462F-A9EF-D28853BD5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1838325"/>
            <a:ext cx="21812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rIns="0" t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087F8C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1">
                <a:solidFill>
                  <a:srgbClr val="087F8C"/>
                </a:solidFill>
                <a:latin typeface="Noto Sans JP"/>
                <a:ea typeface="Noto Sans JP"/>
                <a:cs typeface="Noto Sans JP"/>
              </a:rPr>
              <a:t>［入力画面］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90E9EF4-9767-4277-83FE-CFAB0D3C6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447925"/>
            <a:ext cx="2181225" cy="1724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B"/>
          </a:solidFill>
          <a:ln xmlns:a="http://schemas.openxmlformats.org/drawingml/2006/main" w="11430">
            <a:solidFill>
              <a:srgbClr val="BCD6DA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996B42E-A128-4D89-B597-9D675EA6C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705100"/>
            <a:ext cx="18764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rIns="0" t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32D40"/>
                </a:solidFill>
                <a:latin typeface="Noto Sans JP"/>
                <a:ea typeface="Noto Sans JP"/>
                <a:cs typeface="Noto Sans JP"/>
              </a:defRPr>
            </a:pPr>
            <a:r>
              <a:rPr sz="1650" b="0">
                <a:solidFill>
                  <a:srgbClr val="132D40"/>
                </a:solidFill>
                <a:latin typeface="Noto Sans JP"/>
                <a:ea typeface="Noto Sans JP"/>
                <a:cs typeface="Noto Sans JP"/>
              </a:rPr>
              <a:t>［主な表示内容］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BBE70D5-27EF-4368-82A9-BAEF7C5FD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429000"/>
            <a:ext cx="17049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5F4"/>
          </a:solidFill>
          <a:ln xmlns:a="http://schemas.openxmlformats.org/drawingml/2006/main" w="11430">
            <a:solidFill>
              <a:srgbClr val="087F8C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A968DF6-A1E4-438A-B719-8958347EC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3486150"/>
            <a:ext cx="16478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rIns="0" t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87F8C"/>
                </a:solidFill>
                <a:latin typeface="Noto Sans JP"/>
                <a:ea typeface="Noto Sans JP"/>
                <a:cs typeface="Noto Sans JP"/>
              </a:defRPr>
            </a:pPr>
            <a:r>
              <a:rPr sz="1575" b="1">
                <a:solidFill>
                  <a:srgbClr val="087F8C"/>
                </a:solidFill>
                <a:latin typeface="Noto Sans JP"/>
                <a:ea typeface="Noto Sans JP"/>
                <a:cs typeface="Noto Sans JP"/>
              </a:rPr>
              <a:t>［操作ボタン］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692710B-3055-477D-84E9-7428BB665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3105150"/>
            <a:ext cx="314325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solidFill>
              <a:srgbClr val="087F8C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8A0D3E2-713E-4087-84D4-399E62F48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4429125"/>
            <a:ext cx="1028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rIns="0" t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657783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0">
                <a:solidFill>
                  <a:srgbClr val="657783"/>
                </a:solidFill>
                <a:latin typeface="Noto Sans JP"/>
                <a:ea typeface="Noto Sans JP"/>
                <a:cs typeface="Noto Sans JP"/>
              </a:rPr>
              <a:t>［操作］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F66CE46-5467-4352-AB5F-CCAEC4ECD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1838325"/>
            <a:ext cx="21812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rIns="0" t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087F8C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1">
                <a:solidFill>
                  <a:srgbClr val="087F8C"/>
                </a:solidFill>
                <a:latin typeface="Noto Sans JP"/>
                <a:ea typeface="Noto Sans JP"/>
                <a:cs typeface="Noto Sans JP"/>
              </a:rPr>
              <a:t>［完了画面］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41A14EB-A725-480A-BED3-0A209D9F5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2447925"/>
            <a:ext cx="2181225" cy="1724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B"/>
          </a:solidFill>
          <a:ln xmlns:a="http://schemas.openxmlformats.org/drawingml/2006/main" w="11430">
            <a:solidFill>
              <a:srgbClr val="BCD6DA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AC52BD2-0D69-4CFF-B805-FB2BA8606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705100"/>
            <a:ext cx="18764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rIns="0" t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32D40"/>
                </a:solidFill>
                <a:latin typeface="Noto Sans JP"/>
                <a:ea typeface="Noto Sans JP"/>
                <a:cs typeface="Noto Sans JP"/>
              </a:defRPr>
            </a:pPr>
            <a:r>
              <a:rPr sz="1650" b="0">
                <a:solidFill>
                  <a:srgbClr val="132D40"/>
                </a:solidFill>
                <a:latin typeface="Noto Sans JP"/>
                <a:ea typeface="Noto Sans JP"/>
                <a:cs typeface="Noto Sans JP"/>
              </a:rPr>
              <a:t>［主な表示内容］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158BEFD-4E93-40D5-9EDA-A10AEC76F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429000"/>
            <a:ext cx="17049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5F4"/>
          </a:solidFill>
          <a:ln xmlns:a="http://schemas.openxmlformats.org/drawingml/2006/main" w="11430">
            <a:solidFill>
              <a:srgbClr val="087F8C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A20CE11-1603-4FD1-9B0B-6447EB973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486150"/>
            <a:ext cx="16478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rIns="0" t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87F8C"/>
                </a:solidFill>
                <a:latin typeface="Noto Sans JP"/>
                <a:ea typeface="Noto Sans JP"/>
                <a:cs typeface="Noto Sans JP"/>
              </a:defRPr>
            </a:pPr>
            <a:r>
              <a:rPr sz="1575" b="1">
                <a:solidFill>
                  <a:srgbClr val="087F8C"/>
                </a:solidFill>
                <a:latin typeface="Noto Sans JP"/>
                <a:ea typeface="Noto Sans JP"/>
                <a:cs typeface="Noto Sans JP"/>
              </a:rPr>
              <a:t>［戻るボタン］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8D99F9E-7BEB-488E-80AC-575CC203D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981575"/>
            <a:ext cx="102870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rIns="0" t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57783"/>
                </a:solidFill>
                <a:latin typeface="Noto Sans JP"/>
                <a:ea typeface="Noto Sans JP"/>
                <a:cs typeface="Noto Sans JP"/>
              </a:defRPr>
            </a:pPr>
            <a:r>
              <a:rPr sz="1650" b="0">
                <a:solidFill>
                  <a:srgbClr val="657783"/>
                </a:solidFill>
                <a:latin typeface="Noto Sans JP"/>
                <a:ea typeface="Noto Sans JP"/>
                <a:cs typeface="Noto Sans JP"/>
              </a:rPr>
              <a:t>戻る操作・エラー時の遷移は、必要な経路だけ下段に追記</a:t>
            </a:r>
          </a:p>
        </p:txBody>
      </p:sp>
      <p:grpSp>
        <p:nvGrpSpPr>
          <p:cNvPr id="9000" name="USE_GUIDE"/>
          <p:cNvGrpSpPr/>
          <p:nvPr/>
        </p:nvGrpSpPr>
        <p:grpSpPr>
          <ns1:xfrm xmlns:ns1="http://schemas.openxmlformats.org/drawingml/2006/main">
            <ns1:off x="762000" y="5514975"/>
            <ns1:ext cx="10668000" cy="847725"/>
            <ns1:chOff x="762000" y="5514975"/>
            <ns1:chExt cx="10668000" cy="847725"/>
          </ns1:xfrm>
        </p:grpSpPr>
        <p:sp>
          <p:nvSpPr>
            <p:cNvPr id="32" name="USE_GUIDE">
              <a:extLst xmlns:a="http://schemas.openxmlformats.org/drawingml/2006/main">
                <a:ext uri="{FF2B5EF4-FFF2-40B4-BE49-F238E27FC236}">
                  <a16:creationId xmlns:a16="http://schemas.microsoft.com/office/drawing/2014/main" id="{FA0B905B-E864-4B57-B7D4-9E065E0C24A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62000" y="5514975"/>
              <a:ext cx="10668000" cy="84772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1F8F8"/>
            </a:solidFill>
            <a:ln xmlns:a="http://schemas.openxmlformats.org/drawingml/2006/main" w="11430">
              <a:solidFill>
                <a:srgbClr val="D4E5E7"/>
              </a:solidFill>
            </a:ln>
          </p:spPr>
        </p:sp>
        <p:sp>
          <p:nvSpPr>
            <p:cNvPr id="33" name="USE_GUIDE">
              <a:extLst xmlns:a="http://schemas.openxmlformats.org/drawingml/2006/main">
                <a:ext uri="{FF2B5EF4-FFF2-40B4-BE49-F238E27FC236}">
                  <a16:creationId xmlns:a16="http://schemas.microsoft.com/office/drawing/2014/main" id="{F67E7540-1EC5-4430-BD58-7F91A3349D3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14400" y="5553075"/>
              <a:ext cx="10334625" cy="2571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lIns="0" rIns="0" tIns="0" bIns="0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500" b="1">
                  <a:solidFill>
                    <a:srgbClr val="132D40"/>
                  </a:solidFill>
                  <a:latin typeface="Noto Sans JP"/>
                  <a:ea typeface="Noto Sans JP"/>
                  <a:cs typeface="Noto Sans JP"/>
                </a:defRPr>
              </a:pPr>
              <a:r>
                <a:rPr sz="1500" b="1">
                  <a:solidFill>
                    <a:srgbClr val="132D40"/>
                  </a:solidFill>
                  <a:latin typeface="Noto Sans JP"/>
                  <a:ea typeface="Noto Sans JP"/>
                  <a:cs typeface="Noto Sans JP"/>
                </a:rPr>
                <a:t>【目的】利用者が何を操作し、どの画面へ進むかを説明する</a:t>
              </a:r>
            </a:p>
          </p:txBody>
        </p:sp>
        <p:sp>
          <p:nvSpPr>
            <p:cNvPr id="34" name="USE_GUIDE">
              <a:extLst xmlns:a="http://schemas.openxmlformats.org/drawingml/2006/main">
                <a:ext uri="{FF2B5EF4-FFF2-40B4-BE49-F238E27FC236}">
                  <a16:creationId xmlns:a16="http://schemas.microsoft.com/office/drawing/2014/main" id="{4A2E3A9B-CCC3-4CF6-972D-18BF68D4DE0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14400" y="5819775"/>
              <a:ext cx="10334625" cy="266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lIns="0" rIns="0" tIns="0" bIns="0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500" b="0">
                  <a:solidFill>
                    <a:srgbClr val="132D40"/>
                  </a:solidFill>
                  <a:latin typeface="Noto Sans JP"/>
                  <a:ea typeface="Noto Sans JP"/>
                  <a:cs typeface="Noto Sans JP"/>
                </a:defRPr>
              </a:pPr>
              <a:r>
                <a:rPr sz="1500" b="0">
                  <a:solidFill>
                    <a:srgbClr val="132D40"/>
                  </a:solidFill>
                  <a:latin typeface="Noto Sans JP"/>
                  <a:ea typeface="Noto Sans JP"/>
                  <a:cs typeface="Noto Sans JP"/>
                </a:rPr>
                <a:t>【構図】画面を左から右へ並べ、矢印の近くに操作名を書く</a:t>
              </a:r>
            </a:p>
          </p:txBody>
        </p:sp>
        <p:sp>
          <p:nvSpPr>
            <p:cNvPr id="35" name="USE_GUIDE">
              <a:extLst xmlns:a="http://schemas.openxmlformats.org/drawingml/2006/main">
                <a:ext uri="{FF2B5EF4-FFF2-40B4-BE49-F238E27FC236}">
                  <a16:creationId xmlns:a16="http://schemas.microsoft.com/office/drawing/2014/main" id="{195DA675-BF54-40C8-9242-96F37BFE70B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14400" y="6086475"/>
              <a:ext cx="10334625" cy="2476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lIns="0" rIns="0" tIns="0" bIns="0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350" b="0">
                  <a:solidFill>
                    <a:srgbClr val="657783"/>
                  </a:solidFill>
                  <a:latin typeface="Noto Sans JP"/>
                  <a:ea typeface="Noto Sans JP"/>
                  <a:cs typeface="Noto Sans JP"/>
                </a:defRPr>
              </a:pPr>
              <a:r>
                <a:rPr sz="1350" b="0">
                  <a:solidFill>
                    <a:srgbClr val="657783"/>
                  </a:solidFill>
                  <a:latin typeface="Noto Sans JP"/>
                  <a:ea typeface="Noto Sans JP"/>
                  <a:cs typeface="Noto Sans JP"/>
                </a:rPr>
                <a:t>【効果】画面の一覧と操作順を合わせて確認できる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099943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30775179194f8f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54D9DA-22FF-4695-B411-5DDA7B14F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rIns="0" t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32D40"/>
                </a:solidFill>
                <a:latin typeface="Noto Sans JP"/>
                <a:ea typeface="Noto Sans JP"/>
                <a:cs typeface="Noto Sans JP"/>
              </a:defRPr>
            </a:pPr>
            <a:r>
              <a:rPr sz="3000" b="1">
                <a:solidFill>
                  <a:srgbClr val="132D40"/>
                </a:solidFill>
                <a:latin typeface="Noto Sans JP"/>
                <a:ea typeface="Noto Sans JP"/>
                <a:cs typeface="Noto Sans JP"/>
              </a:rPr>
              <a:t>12  提案と承認事項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0F6F19-765A-4815-B29B-D4B978344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190625"/>
            <a:ext cx="495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11430">
            <a:solidFill>
              <a:srgbClr val="087F8C"/>
            </a:solidFill>
          </a:ln>
        </p:spPr>
      </p:sp>
      <p:sp>
        <p:nvSpPr>
          <p:cNvPr id="4" name="PAGE_NUMBER">
            <a:extLst xmlns:a="http://schemas.openxmlformats.org/drawingml/2006/main">
              <a:ext uri="{FF2B5EF4-FFF2-40B4-BE49-F238E27FC236}">
                <a16:creationId xmlns:a16="http://schemas.microsoft.com/office/drawing/2014/main" id="{AFA14423-6D17-405F-A5D4-ECEDA5092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95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rIns="0" t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57783"/>
                </a:solidFill>
                <a:latin typeface="Noto Sans JP"/>
                <a:ea typeface="Noto Sans JP"/>
                <a:cs typeface="Noto Sans JP"/>
              </a:defRPr>
            </a:pPr>
            <a:fld id="{F5A6FEF3-5336-4C47-A465-322C85006566}" type="slidenum">
              <a:rPr sz="1350" b="0">
                <a:solidFill>
                  <a:srgbClr val="657783"/>
                </a:solidFill>
                <a:latin typeface="Noto Sans JP"/>
                <a:ea typeface="Noto Sans JP"/>
                <a:cs typeface="Noto Sans JP"/>
              </a:rPr>
              <a:t>14</a:t>
            </a:fld>
            <a:r>
              <a:rPr sz="1350" b="0">
                <a:solidFill>
                  <a:srgbClr val="657783"/>
                </a:solidFill>
                <a:latin typeface="Noto Sans JP"/>
                <a:ea typeface="Noto Sans JP"/>
                <a:cs typeface="Noto Sans JP"/>
              </a:rPr>
              <a:t> / 22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188F1A-6F24-4D8E-B026-B675F5E69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47825"/>
            <a:ext cx="10382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rIns="0" t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87F8C"/>
                </a:solidFill>
                <a:latin typeface="Noto Sans JP"/>
                <a:ea typeface="Noto Sans JP"/>
                <a:cs typeface="Noto Sans JP"/>
              </a:defRPr>
            </a:pPr>
            <a:r>
              <a:rPr sz="2625" b="1">
                <a:solidFill>
                  <a:srgbClr val="087F8C"/>
                </a:solidFill>
                <a:latin typeface="Noto Sans JP"/>
                <a:ea typeface="Noto Sans JP"/>
                <a:cs typeface="Noto Sans JP"/>
              </a:rPr>
              <a:t>［提案する内容を1文で記入］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750CC0-3F82-4EFB-83D5-3CF5F2C62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52700"/>
            <a:ext cx="10334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ADD"/>
          </a:solidFill>
          <a:ln xmlns:a="http://schemas.openxmlformats.org/drawingml/2006/main" w="11430">
            <a:solidFill>
              <a:srgbClr val="BFDADD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601D6E-4BAA-4F1F-9039-CBC0F3BDD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76550"/>
            <a:ext cx="314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rIns="0" t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32D40"/>
                </a:solidFill>
                <a:latin typeface="Noto Sans JP"/>
                <a:ea typeface="Noto Sans JP"/>
                <a:cs typeface="Noto Sans JP"/>
              </a:defRPr>
            </a:pPr>
            <a:r>
              <a:rPr sz="2100" b="1">
                <a:solidFill>
                  <a:srgbClr val="132D40"/>
                </a:solidFill>
                <a:latin typeface="Noto Sans JP"/>
                <a:ea typeface="Noto Sans JP"/>
                <a:cs typeface="Noto Sans JP"/>
              </a:rPr>
              <a:t>判断の根拠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C7E406-2203-4E84-87EE-61EB7EEDC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76625"/>
            <a:ext cx="60007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rIns="0" t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32D40"/>
                </a:solidFill>
                <a:latin typeface="Noto Sans JP"/>
                <a:ea typeface="Noto Sans JP"/>
                <a:cs typeface="Noto Sans JP"/>
              </a:defRPr>
            </a:pPr>
            <a:r>
              <a:rPr sz="1950" b="0">
                <a:solidFill>
                  <a:srgbClr val="132D40"/>
                </a:solidFill>
                <a:latin typeface="Noto Sans JP"/>
                <a:ea typeface="Noto Sans JP"/>
                <a:cs typeface="Noto Sans JP"/>
              </a:rPr>
              <a:t>［現状と課題］</a:t>
            </a:r>
          </a:p>
          <a:p xmlns:a="http://schemas.openxmlformats.org/drawingml/2006/main">
            <a:pPr algn="l">
              <a:defRPr sz="1950" b="0">
                <a:solidFill>
                  <a:srgbClr val="132D40"/>
                </a:solidFill>
                <a:latin typeface="Noto Sans JP"/>
                <a:ea typeface="Noto Sans JP"/>
                <a:cs typeface="Noto Sans JP"/>
              </a:defRPr>
            </a:pPr>
            <a:r>
              <a:rPr sz="1950" b="0">
                <a:solidFill>
                  <a:srgbClr val="132D40"/>
                </a:solidFill>
                <a:latin typeface="Noto Sans JP"/>
                <a:ea typeface="Noto Sans JP"/>
                <a:cs typeface="Noto Sans JP"/>
              </a:rPr>
              <a:t>［効果を確認する方法］</a:t>
            </a:r>
          </a:p>
          <a:p xmlns:a="http://schemas.openxmlformats.org/drawingml/2006/main">
            <a:pPr algn="l">
              <a:defRPr sz="1950" b="0">
                <a:solidFill>
                  <a:srgbClr val="132D40"/>
                </a:solidFill>
                <a:latin typeface="Noto Sans JP"/>
                <a:ea typeface="Noto Sans JP"/>
                <a:cs typeface="Noto Sans JP"/>
              </a:defRPr>
            </a:pPr>
            <a:r>
              <a:rPr sz="1950" b="0">
                <a:solidFill>
                  <a:srgbClr val="132D40"/>
                </a:solidFill>
                <a:latin typeface="Noto Sans JP"/>
                <a:ea typeface="Noto Sans JP"/>
                <a:cs typeface="Noto Sans JP"/>
              </a:rPr>
              <a:t>［費用・制約］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083AC4-F908-4A97-809A-67680EA12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876550"/>
            <a:ext cx="34861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rIns="0" t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87F8C"/>
                </a:solidFill>
                <a:latin typeface="Noto Sans JP"/>
                <a:ea typeface="Noto Sans JP"/>
                <a:cs typeface="Noto Sans JP"/>
              </a:defRPr>
            </a:pPr>
            <a:r>
              <a:rPr sz="2100" b="1">
                <a:solidFill>
                  <a:srgbClr val="087F8C"/>
                </a:solidFill>
                <a:latin typeface="Noto Sans JP"/>
                <a:ea typeface="Noto Sans JP"/>
                <a:cs typeface="Noto Sans JP"/>
              </a:rPr>
              <a:t>承認してほしいこと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1FB6BC-89AB-4B5D-9D14-65C48258E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543300"/>
            <a:ext cx="34861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rIns="0" t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32D40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0">
                <a:solidFill>
                  <a:srgbClr val="132D40"/>
                </a:solidFill>
                <a:latin typeface="Noto Sans JP"/>
                <a:ea typeface="Noto Sans JP"/>
                <a:cs typeface="Noto Sans JP"/>
              </a:rPr>
              <a:t>［範囲・予算・開始時期］</a:t>
            </a:r>
          </a:p>
          <a:p xmlns:a="http://schemas.openxmlformats.org/drawingml/2006/main">
            <a:pPr algn="l">
              <a:defRPr sz="1875" b="0">
                <a:solidFill>
                  <a:srgbClr val="132D40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0">
                <a:solidFill>
                  <a:srgbClr val="132D40"/>
                </a:solidFill>
                <a:latin typeface="Noto Sans JP"/>
                <a:ea typeface="Noto Sans JP"/>
                <a:cs typeface="Noto Sans JP"/>
              </a:rPr>
              <a:t>［決定者と期限］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231370-B2BB-4EDD-8D35-8C79CB18F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3724275"/>
            <a:ext cx="714375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solidFill>
              <a:srgbClr val="087F8C"/>
            </a:solidFill>
          </a:ln>
        </p:spPr>
      </p:sp>
      <p:grpSp>
        <p:nvGrpSpPr>
          <p:cNvPr id="9000" name="USE_GUIDE"/>
          <p:cNvGrpSpPr/>
          <p:nvPr/>
        </p:nvGrpSpPr>
        <p:grpSpPr>
          <ns1:xfrm xmlns:ns1="http://schemas.openxmlformats.org/drawingml/2006/main">
            <ns1:off x="762000" y="5514975"/>
            <ns1:ext cx="10668000" cy="847725"/>
            <ns1:chOff x="762000" y="5514975"/>
            <ns1:chExt cx="10668000" cy="847725"/>
          </ns1:xfrm>
        </p:grpSpPr>
        <p:sp>
          <p:nvSpPr>
            <p:cNvPr id="12" name="USE_GUIDE">
              <a:extLst xmlns:a="http://schemas.openxmlformats.org/drawingml/2006/main">
                <a:ext uri="{FF2B5EF4-FFF2-40B4-BE49-F238E27FC236}">
                  <a16:creationId xmlns:a16="http://schemas.microsoft.com/office/drawing/2014/main" id="{91C4E843-18DD-43A1-A402-5CA5FF01144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62000" y="5514975"/>
              <a:ext cx="10668000" cy="84772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1F8F8"/>
            </a:solidFill>
            <a:ln xmlns:a="http://schemas.openxmlformats.org/drawingml/2006/main" w="11430">
              <a:solidFill>
                <a:srgbClr val="D4E5E7"/>
              </a:solidFill>
            </a:ln>
          </p:spPr>
        </p:sp>
        <p:sp>
          <p:nvSpPr>
            <p:cNvPr id="13" name="USE_GUIDE">
              <a:extLst xmlns:a="http://schemas.openxmlformats.org/drawingml/2006/main">
                <a:ext uri="{FF2B5EF4-FFF2-40B4-BE49-F238E27FC236}">
                  <a16:creationId xmlns:a16="http://schemas.microsoft.com/office/drawing/2014/main" id="{FAFAE5E9-B974-429A-B067-A47584D3354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14400" y="5553075"/>
              <a:ext cx="10334625" cy="2571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lIns="0" rIns="0" tIns="0" bIns="0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500" b="1">
                  <a:solidFill>
                    <a:srgbClr val="132D40"/>
                  </a:solidFill>
                  <a:latin typeface="Noto Sans JP"/>
                  <a:ea typeface="Noto Sans JP"/>
                  <a:cs typeface="Noto Sans JP"/>
                </a:defRPr>
              </a:pPr>
              <a:r>
                <a:rPr sz="1500" b="1">
                  <a:solidFill>
                    <a:srgbClr val="132D40"/>
                  </a:solidFill>
                  <a:latin typeface="Noto Sans JP"/>
                  <a:ea typeface="Noto Sans JP"/>
                  <a:cs typeface="Noto Sans JP"/>
                </a:rPr>
                <a:t>【目的】説明の最後に、何を決めるかを明確にする</a:t>
              </a:r>
            </a:p>
          </p:txBody>
        </p:sp>
        <p:sp>
          <p:nvSpPr>
            <p:cNvPr id="14" name="USE_GUIDE">
              <a:extLst xmlns:a="http://schemas.openxmlformats.org/drawingml/2006/main">
                <a:ext uri="{FF2B5EF4-FFF2-40B4-BE49-F238E27FC236}">
                  <a16:creationId xmlns:a16="http://schemas.microsoft.com/office/drawing/2014/main" id="{E28EADA5-79C6-4C64-BF38-95B8D31D9B8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14400" y="5819775"/>
              <a:ext cx="10334625" cy="266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lIns="0" rIns="0" tIns="0" bIns="0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500" b="0">
                  <a:solidFill>
                    <a:srgbClr val="132D40"/>
                  </a:solidFill>
                  <a:latin typeface="Noto Sans JP"/>
                  <a:ea typeface="Noto Sans JP"/>
                  <a:cs typeface="Noto Sans JP"/>
                </a:defRPr>
              </a:pPr>
              <a:r>
                <a:rPr sz="1500" b="0">
                  <a:solidFill>
                    <a:srgbClr val="132D40"/>
                  </a:solidFill>
                  <a:latin typeface="Noto Sans JP"/>
                  <a:ea typeface="Noto Sans JP"/>
                  <a:cs typeface="Noto Sans JP"/>
                </a:rPr>
                <a:t>【構図】上段に提案、左下に根拠、右下に具体的な承認事項を置く</a:t>
              </a:r>
            </a:p>
          </p:txBody>
        </p:sp>
        <p:sp>
          <p:nvSpPr>
            <p:cNvPr id="15" name="USE_GUIDE">
              <a:extLst xmlns:a="http://schemas.openxmlformats.org/drawingml/2006/main">
                <a:ext uri="{FF2B5EF4-FFF2-40B4-BE49-F238E27FC236}">
                  <a16:creationId xmlns:a16="http://schemas.microsoft.com/office/drawing/2014/main" id="{DF041B4D-DC37-4760-8CC5-7DC32246F28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14400" y="6086475"/>
              <a:ext cx="10334625" cy="2476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lIns="0" rIns="0" tIns="0" bIns="0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350" b="0">
                  <a:solidFill>
                    <a:srgbClr val="657783"/>
                  </a:solidFill>
                  <a:latin typeface="Noto Sans JP"/>
                  <a:ea typeface="Noto Sans JP"/>
                  <a:cs typeface="Noto Sans JP"/>
                </a:defRPr>
              </a:pPr>
              <a:r>
                <a:rPr sz="1350" b="0">
                  <a:solidFill>
                    <a:srgbClr val="657783"/>
                  </a:solidFill>
                  <a:latin typeface="Noto Sans JP"/>
                  <a:ea typeface="Noto Sans JP"/>
                  <a:cs typeface="Noto Sans JP"/>
                </a:rPr>
                <a:t>【効果】提案と依頼が結びつき、会議の判断につながる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4224474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cf2563103f49f0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8E35A1-442E-42BA-A2FE-3208BE353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rIns="0" t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32D40"/>
                </a:solidFill>
                <a:latin typeface="Noto Sans JP"/>
                <a:ea typeface="Noto Sans JP"/>
                <a:cs typeface="Noto Sans JP"/>
              </a:defRPr>
            </a:pPr>
            <a:r>
              <a:rPr sz="3000" b="1">
                <a:solidFill>
                  <a:srgbClr val="132D40"/>
                </a:solidFill>
                <a:latin typeface="Noto Sans JP"/>
                <a:ea typeface="Noto Sans JP"/>
                <a:cs typeface="Noto Sans JP"/>
              </a:rPr>
              <a:t>使いたい場面から、1枚を複製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BD6DF1-E310-4165-86DF-2E513D560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190625"/>
            <a:ext cx="495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11430">
            <a:solidFill>
              <a:srgbClr val="087F8C"/>
            </a:solidFill>
          </a:ln>
        </p:spPr>
      </p:sp>
      <p:sp>
        <p:nvSpPr>
          <p:cNvPr id="4" name="PAGE_NUMBER">
            <a:extLst xmlns:a="http://schemas.openxmlformats.org/drawingml/2006/main">
              <a:ext uri="{FF2B5EF4-FFF2-40B4-BE49-F238E27FC236}">
                <a16:creationId xmlns:a16="http://schemas.microsoft.com/office/drawing/2014/main" id="{28683BB7-69B6-4E5B-8FAC-88530373C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95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rIns="0" t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57783"/>
                </a:solidFill>
                <a:latin typeface="Noto Sans JP"/>
                <a:ea typeface="Noto Sans JP"/>
                <a:cs typeface="Noto Sans JP"/>
              </a:defRPr>
            </a:pPr>
            <a:fld id="{8A8F08F8-9FC1-44E3-B4EA-ECDAA77E6EAA}" type="slidenum">
              <a:rPr sz="1350" b="0">
                <a:solidFill>
                  <a:srgbClr val="657783"/>
                </a:solidFill>
                <a:latin typeface="Noto Sans JP"/>
                <a:ea typeface="Noto Sans JP"/>
                <a:cs typeface="Noto Sans JP"/>
              </a:rPr>
              <a:t>15</a:t>
            </a:fld>
            <a:r>
              <a:rPr sz="1350" b="0">
                <a:solidFill>
                  <a:srgbClr val="657783"/>
                </a:solidFill>
                <a:latin typeface="Noto Sans JP"/>
                <a:ea typeface="Noto Sans JP"/>
                <a:cs typeface="Noto Sans JP"/>
              </a:rPr>
              <a:t> / 22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25CE0E-8171-4D3B-87FF-B1B5FF2F6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10382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rIns="0" t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87F8C"/>
                </a:solidFill>
                <a:latin typeface="Noto Sans JP"/>
                <a:ea typeface="Noto Sans JP"/>
                <a:cs typeface="Noto Sans JP"/>
              </a:defRPr>
            </a:pPr>
            <a:r>
              <a:rPr sz="2925" b="1">
                <a:solidFill>
                  <a:srgbClr val="087F8C"/>
                </a:solidFill>
                <a:latin typeface="Noto Sans JP"/>
                <a:ea typeface="Noto Sans JP"/>
                <a:cs typeface="Noto Sans JP"/>
              </a:rPr>
              <a:t>図の骨格を残して、内容を差し替える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DA96CD-FAE7-4B29-A79E-356CDB641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3048000"/>
            <a:ext cx="10287000" cy="2162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rIns="0" t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32D40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0">
                <a:solidFill>
                  <a:srgbClr val="132D40"/>
                </a:solidFill>
                <a:latin typeface="Noto Sans JP"/>
                <a:ea typeface="Noto Sans JP"/>
                <a:cs typeface="Noto Sans JP"/>
              </a:rPr>
              <a:t>1　説明したい目的に合うページを選ぶ</a:t>
            </a:r>
          </a:p>
          <a:p xmlns:a="http://schemas.openxmlformats.org/drawingml/2006/main">
            <a:pPr algn="l">
              <a:defRPr sz="2025" b="0">
                <a:solidFill>
                  <a:srgbClr val="132D40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0">
                <a:solidFill>
                  <a:srgbClr val="132D40"/>
                </a:solidFill>
                <a:latin typeface="Noto Sans JP"/>
                <a:ea typeface="Noto Sans JP"/>
                <a:cs typeface="Noto Sans JP"/>
              </a:rPr>
              <a:t>2　施設・計器・人物・画面名を差し替える</a:t>
            </a:r>
          </a:p>
          <a:p xmlns:a="http://schemas.openxmlformats.org/drawingml/2006/main">
            <a:pPr algn="l">
              <a:defRPr sz="2025" b="0">
                <a:solidFill>
                  <a:srgbClr val="132D40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0">
                <a:solidFill>
                  <a:srgbClr val="132D40"/>
                </a:solidFill>
                <a:latin typeface="Noto Sans JP"/>
                <a:ea typeface="Noto Sans JP"/>
                <a:cs typeface="Noto Sans JP"/>
              </a:rPr>
              <a:t>3　矢印の向きと、実際の順序を確認する</a:t>
            </a:r>
          </a:p>
          <a:p xmlns:a="http://schemas.openxmlformats.org/drawingml/2006/main">
            <a:pPr algn="l">
              <a:defRPr sz="2025" b="0">
                <a:solidFill>
                  <a:srgbClr val="132D40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0">
                <a:solidFill>
                  <a:srgbClr val="132D40"/>
                </a:solidFill>
                <a:latin typeface="Noto Sans JP"/>
                <a:ea typeface="Noto Sans JP"/>
                <a:cs typeface="Noto Sans JP"/>
              </a:rPr>
              <a:t>4　下部の使い方説明を削除して発表に使う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1DAEFE-018D-44B5-8628-B8A404399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575310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rIns="0" t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57783"/>
                </a:solidFill>
                <a:latin typeface="Noto Sans JP"/>
                <a:ea typeface="Noto Sans JP"/>
                <a:cs typeface="Noto Sans JP"/>
              </a:defRPr>
            </a:pPr>
            <a:r>
              <a:rPr sz="1725" b="0">
                <a:solidFill>
                  <a:srgbClr val="657783"/>
                </a:solidFill>
                <a:latin typeface="Noto Sans JP"/>
                <a:ea typeface="Noto Sans JP"/>
                <a:cs typeface="Noto Sans JP"/>
              </a:rPr>
              <a:t>アイコンは透明PNG。文字・矢印・枠は編集できるPowerPointオブジェクトです</a:t>
            </a:r>
          </a:p>
        </p:txBody>
      </p:sp>
    </p:spTree>
    <p:extLst>
      <p:ext uri="{BB962C8B-B14F-4D97-AF65-F5344CB8AC3E}">
        <p14:creationId xmlns:p14="http://schemas.microsoft.com/office/powerpoint/2010/main" val="91231272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91d6c77a8f4838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27B2CD-C7C6-4D44-80E8-79D2428EF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rIns="0" t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32D40"/>
                </a:solidFill>
                <a:latin typeface="Noto Sans JP"/>
                <a:ea typeface="Noto Sans JP"/>
                <a:cs typeface="Noto Sans JP"/>
              </a:defRPr>
            </a:pPr>
            <a:r>
              <a:rPr sz="3000" b="1">
                <a:solidFill>
                  <a:srgbClr val="132D40"/>
                </a:solidFill>
                <a:latin typeface="Noto Sans JP"/>
                <a:ea typeface="Noto Sans JP"/>
                <a:cs typeface="Noto Sans JP"/>
              </a:rPr>
              <a:t>01  進捗・定例報告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2085E1-20A1-4116-B91F-6AF34F858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190625"/>
            <a:ext cx="495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11430">
            <a:solidFill>
              <a:srgbClr val="087F8C"/>
            </a:solidFill>
          </a:ln>
        </p:spPr>
      </p:sp>
      <p:sp>
        <p:nvSpPr>
          <p:cNvPr id="4" name="PAGE_NUMBER">
            <a:extLst xmlns:a="http://schemas.openxmlformats.org/drawingml/2006/main">
              <a:ext uri="{FF2B5EF4-FFF2-40B4-BE49-F238E27FC236}">
                <a16:creationId xmlns:a16="http://schemas.microsoft.com/office/drawing/2014/main" id="{753C5CCE-0293-499F-A79C-71BCDBC77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95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rIns="0" t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57783"/>
                </a:solidFill>
                <a:latin typeface="Noto Sans JP"/>
                <a:ea typeface="Noto Sans JP"/>
                <a:cs typeface="Noto Sans JP"/>
              </a:defRPr>
            </a:pPr>
            <a:fld id="{BB8C2C72-CED3-4A42-993B-03A80EF1BBF6}" type="slidenum">
              <a:rPr sz="1350" b="0">
                <a:solidFill>
                  <a:srgbClr val="657783"/>
                </a:solidFill>
                <a:latin typeface="Noto Sans JP"/>
                <a:ea typeface="Noto Sans JP"/>
                <a:cs typeface="Noto Sans JP"/>
              </a:rPr>
              <a:t>16</a:t>
            </a:fld>
            <a:r>
              <a:rPr sz="1350" b="0">
                <a:solidFill>
                  <a:srgbClr val="657783"/>
                </a:solidFill>
                <a:latin typeface="Noto Sans JP"/>
                <a:ea typeface="Noto Sans JP"/>
                <a:cs typeface="Noto Sans JP"/>
              </a:rPr>
              <a:t> / 22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6FE5CD-715E-47CE-B018-9AF2BD90F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95425"/>
            <a:ext cx="10382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rIns="0" t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87F8C"/>
                </a:solidFill>
                <a:latin typeface="Noto Sans JP"/>
                <a:ea typeface="Noto Sans JP"/>
                <a:cs typeface="Noto Sans JP"/>
              </a:defRPr>
            </a:pPr>
            <a:r>
              <a:rPr sz="2400" b="1">
                <a:solidFill>
                  <a:srgbClr val="087F8C"/>
                </a:solidFill>
                <a:latin typeface="Noto Sans JP"/>
                <a:ea typeface="Noto Sans JP"/>
                <a:cs typeface="Noto Sans JP"/>
              </a:rPr>
              <a:t>［結論：予定どおり／要対応／判断待ち］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11F453-4CFF-492A-87E1-377CA1031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05025"/>
            <a:ext cx="1038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rIns="0" t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57783"/>
                </a:solidFill>
                <a:latin typeface="Noto Sans JP"/>
                <a:ea typeface="Noto Sans JP"/>
                <a:cs typeface="Noto Sans JP"/>
              </a:defRPr>
            </a:pPr>
            <a:r>
              <a:rPr sz="1575" b="0">
                <a:solidFill>
                  <a:srgbClr val="657783"/>
                </a:solidFill>
                <a:latin typeface="Noto Sans JP"/>
                <a:ea typeface="Noto Sans JP"/>
                <a:cs typeface="Noto Sans JP"/>
              </a:rPr>
              <a:t>対象：［案件名］　報告日：［日付］　担当：［氏名］</a:t>
            </a:r>
          </a:p>
        </p:txBody>
      </p:sp>
      <p:graphicFrame>
        <p:nvGraphicFramePr>
          <p:cNvPr id="19" name=""/>
          <p:cNvGraphicFramePr/>
          <p:nvPr/>
        </p:nvGraphicFramePr>
        <p:xfrm>
          <a:off xmlns:a="http://schemas.openxmlformats.org/drawingml/2006/main" x="857250" y="2743200"/>
          <a:ext xmlns:a="http://schemas.openxmlformats.org/drawingml/2006/main" cx="10382250" cy="20764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90750"/>
                <a:gridCol w="3143250"/>
                <a:gridCol w="3143250"/>
                <a:gridCol w="1905000"/>
              </a:tblGrid>
              <a:tr h="519113">
                <a:tc>
                  <a:txBody>
                    <a:bodyPr lIns="0" rIns="0" tIns="0" bIns="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087F8C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項目</a:t>
                      </a:r>
                    </a:p>
                  </a:txBody>
                  <a:tcPr marL="91440" marR="91440" marT="45720" marB="45720" anchor="ctr">
                    <a:solidFill>
                      <a:srgbClr val="F0F9F8"/>
                    </a:solidFill>
                  </a:tcPr>
                </a:tc>
                <a:tc>
                  <a:txBody>
                    <a:bodyPr lIns="0" rIns="0" tIns="0" bIns="0">
                      <a:noAutofit/>
                    </a:bodyPr>
                    <a:lstStyle/>
                    <a:p>
                      <a:pPr algn="ctr"/>
                      <a:r>
                        <a:rPr sz="1650" b="1">
                          <a:solidFill>
                            <a:srgbClr val="087F8C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今回の実績</a:t>
                      </a:r>
                    </a:p>
                  </a:txBody>
                  <a:tcPr marL="91440" marR="91440" marT="45720" marB="45720" anchor="ctr">
                    <a:solidFill>
                      <a:srgbClr val="F0F9F8"/>
                    </a:solidFill>
                  </a:tcPr>
                </a:tc>
                <a:tc>
                  <a:txBody>
                    <a:bodyPr lIns="0" rIns="0" tIns="0" bIns="0">
                      <a:noAutofit/>
                    </a:bodyPr>
                    <a:lstStyle/>
                    <a:p>
                      <a:pPr algn="ctr"/>
                      <a:r>
                        <a:rPr sz="1650" b="1">
                          <a:solidFill>
                            <a:srgbClr val="087F8C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次の予定</a:t>
                      </a:r>
                    </a:p>
                  </a:txBody>
                  <a:tcPr marL="91440" marR="91440" marT="45720" marB="45720" anchor="ctr">
                    <a:solidFill>
                      <a:srgbClr val="F0F9F8"/>
                    </a:solidFill>
                  </a:tcPr>
                </a:tc>
                <a:tc>
                  <a:txBody>
                    <a:bodyPr lIns="0" rIns="0" tIns="0" bIns="0">
                      <a:noAutofit/>
                    </a:bodyPr>
                    <a:lstStyle/>
                    <a:p>
                      <a:pPr algn="ctr"/>
                      <a:r>
                        <a:rPr sz="1650" b="1">
                          <a:solidFill>
                            <a:srgbClr val="087F8C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状態</a:t>
                      </a:r>
                    </a:p>
                  </a:txBody>
                  <a:tcPr marL="91440" marR="91440" marT="45720" marB="45720" anchor="ctr">
                    <a:solidFill>
                      <a:srgbClr val="F0F9F8"/>
                    </a:solidFill>
                  </a:tcPr>
                </a:tc>
              </a:tr>
              <a:tr h="519113">
                <a:tc>
                  <a:txBody>
                    <a:bodyPr lIns="0" rIns="0" tIns="0" bIns="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132D40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［項目 A］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0" rIns="0" tIns="0" bIns="0">
                      <a:noAutofit/>
                    </a:bodyPr>
                    <a:lstStyle/>
                    <a:p>
                      <a:pPr algn="ctr"/>
                      <a:r>
                        <a:rPr sz="1650" b="0">
                          <a:solidFill>
                            <a:srgbClr val="132D40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［完了した作業］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0" rIns="0" tIns="0" bIns="0">
                      <a:noAutofit/>
                    </a:bodyPr>
                    <a:lstStyle/>
                    <a:p>
                      <a:pPr algn="ctr"/>
                      <a:r>
                        <a:rPr sz="1650" b="0">
                          <a:solidFill>
                            <a:srgbClr val="132D40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［次の作業］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0" rIns="0" tIns="0" bIns="0">
                      <a:noAutofit/>
                    </a:bodyPr>
                    <a:lstStyle/>
                    <a:p>
                      <a:pPr algn="ctr"/>
                      <a:r>
                        <a:rPr sz="1650" b="0">
                          <a:solidFill>
                            <a:srgbClr val="132D40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［順調等］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19113">
                <a:tc>
                  <a:txBody>
                    <a:bodyPr lIns="0" rIns="0" tIns="0" bIns="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132D40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［項目 B］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0" rIns="0" tIns="0" bIns="0">
                      <a:noAutofit/>
                    </a:bodyPr>
                    <a:lstStyle/>
                    <a:p>
                      <a:pPr algn="ctr"/>
                      <a:r>
                        <a:rPr sz="1650" b="0">
                          <a:solidFill>
                            <a:srgbClr val="132D40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［完了した作業］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0" rIns="0" tIns="0" bIns="0">
                      <a:noAutofit/>
                    </a:bodyPr>
                    <a:lstStyle/>
                    <a:p>
                      <a:pPr algn="ctr"/>
                      <a:r>
                        <a:rPr sz="1650" b="0">
                          <a:solidFill>
                            <a:srgbClr val="132D40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［次の作業］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0" rIns="0" tIns="0" bIns="0">
                      <a:noAutofit/>
                    </a:bodyPr>
                    <a:lstStyle/>
                    <a:p>
                      <a:pPr algn="ctr"/>
                      <a:r>
                        <a:rPr sz="1650" b="0">
                          <a:solidFill>
                            <a:srgbClr val="132D40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［順調等］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19113">
                <a:tc>
                  <a:txBody>
                    <a:bodyPr lIns="0" rIns="0" tIns="0" bIns="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132D40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［項目 C］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0" rIns="0" tIns="0" bIns="0">
                      <a:noAutofit/>
                    </a:bodyPr>
                    <a:lstStyle/>
                    <a:p>
                      <a:pPr algn="ctr"/>
                      <a:r>
                        <a:rPr sz="1650" b="0">
                          <a:solidFill>
                            <a:srgbClr val="132D40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［完了した作業］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0" rIns="0" tIns="0" bIns="0">
                      <a:noAutofit/>
                    </a:bodyPr>
                    <a:lstStyle/>
                    <a:p>
                      <a:pPr algn="ctr"/>
                      <a:r>
                        <a:rPr sz="1650" b="0">
                          <a:solidFill>
                            <a:srgbClr val="132D40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［次の作業］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0" rIns="0" tIns="0" bIns="0">
                      <a:noAutofit/>
                    </a:bodyPr>
                    <a:lstStyle/>
                    <a:p>
                      <a:pPr algn="ctr"/>
                      <a:r>
                        <a:rPr sz="1650" b="0">
                          <a:solidFill>
                            <a:srgbClr val="132D40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［順調等］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9526BE-0CAD-42F9-B651-52F498ADB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29200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rIns="0" t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32D40"/>
                </a:solidFill>
                <a:latin typeface="Noto Sans JP"/>
                <a:ea typeface="Noto Sans JP"/>
                <a:cs typeface="Noto Sans JP"/>
              </a:defRPr>
            </a:pPr>
            <a:r>
              <a:rPr sz="1950" b="1">
                <a:solidFill>
                  <a:srgbClr val="132D40"/>
                </a:solidFill>
                <a:latin typeface="Noto Sans JP"/>
                <a:ea typeface="Noto Sans JP"/>
                <a:cs typeface="Noto Sans JP"/>
              </a:rPr>
              <a:t>上司への依頼：［共有のみ／判断事項と希望期限］</a:t>
            </a:r>
          </a:p>
        </p:txBody>
      </p:sp>
      <p:grpSp>
        <p:nvGrpSpPr>
          <p:cNvPr id="9000" name="USE_GUIDE"/>
          <p:cNvGrpSpPr/>
          <p:nvPr/>
        </p:nvGrpSpPr>
        <p:grpSpPr>
          <ns1:xfrm xmlns:ns1="http://schemas.openxmlformats.org/drawingml/2006/main">
            <ns1:off x="762000" y="5514975"/>
            <ns1:ext cx="10668000" cy="847725"/>
            <ns1:chOff x="762000" y="5514975"/>
            <ns1:chExt cx="10668000" cy="847725"/>
          </ns1:xfrm>
        </p:grpSpPr>
        <p:sp>
          <p:nvSpPr>
            <p:cNvPr id="9" name="USE_GUIDE">
              <a:extLst xmlns:a="http://schemas.openxmlformats.org/drawingml/2006/main">
                <a:ext uri="{FF2B5EF4-FFF2-40B4-BE49-F238E27FC236}">
                  <a16:creationId xmlns:a16="http://schemas.microsoft.com/office/drawing/2014/main" id="{7D244F9F-B1F3-476B-BC74-F1E79B6BD51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62000" y="5514975"/>
              <a:ext cx="10668000" cy="84772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1F8F8"/>
            </a:solidFill>
            <a:ln xmlns:a="http://schemas.openxmlformats.org/drawingml/2006/main" w="11430">
              <a:solidFill>
                <a:srgbClr val="D4E5E7"/>
              </a:solidFill>
            </a:ln>
          </p:spPr>
        </p:sp>
        <p:sp>
          <p:nvSpPr>
            <p:cNvPr id="10" name="USE_GUIDE">
              <a:extLst xmlns:a="http://schemas.openxmlformats.org/drawingml/2006/main">
                <a:ext uri="{FF2B5EF4-FFF2-40B4-BE49-F238E27FC236}">
                  <a16:creationId xmlns:a16="http://schemas.microsoft.com/office/drawing/2014/main" id="{0538BA5A-7FE0-4F76-90B5-6A12A625ED2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14400" y="5553075"/>
              <a:ext cx="10334625" cy="2571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lIns="0" rIns="0" tIns="0" bIns="0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500" b="1">
                  <a:solidFill>
                    <a:srgbClr val="132D40"/>
                  </a:solidFill>
                  <a:latin typeface="Noto Sans JP"/>
                  <a:ea typeface="Noto Sans JP"/>
                  <a:cs typeface="Noto Sans JP"/>
                </a:defRPr>
              </a:pPr>
              <a:r>
                <a:rPr sz="1500" b="1">
                  <a:solidFill>
                    <a:srgbClr val="132D40"/>
                  </a:solidFill>
                  <a:latin typeface="Noto Sans JP"/>
                  <a:ea typeface="Noto Sans JP"/>
                  <a:cs typeface="Noto Sans JP"/>
                </a:rPr>
                <a:t>【目的】現在の状態と次の動きを短時間で共有する</a:t>
              </a:r>
            </a:p>
          </p:txBody>
        </p:sp>
        <p:sp>
          <p:nvSpPr>
            <p:cNvPr id="11" name="USE_GUIDE">
              <a:extLst xmlns:a="http://schemas.openxmlformats.org/drawingml/2006/main">
                <a:ext uri="{FF2B5EF4-FFF2-40B4-BE49-F238E27FC236}">
                  <a16:creationId xmlns:a16="http://schemas.microsoft.com/office/drawing/2014/main" id="{5F4777F1-8A3D-4A22-A039-43B45DC5B60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14400" y="5819775"/>
              <a:ext cx="10334625" cy="266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lIns="0" rIns="0" tIns="0" bIns="0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500" b="0">
                  <a:solidFill>
                    <a:srgbClr val="132D40"/>
                  </a:solidFill>
                  <a:latin typeface="Noto Sans JP"/>
                  <a:ea typeface="Noto Sans JP"/>
                  <a:cs typeface="Noto Sans JP"/>
                </a:defRPr>
              </a:pPr>
              <a:r>
                <a:rPr sz="1500" b="0">
                  <a:solidFill>
                    <a:srgbClr val="132D40"/>
                  </a:solidFill>
                  <a:latin typeface="Noto Sans JP"/>
                  <a:ea typeface="Noto Sans JP"/>
                  <a:cs typeface="Noto Sans JP"/>
                </a:rPr>
                <a:t>【構図】上段に結論、中央に実績・予定・状態、下段に上司への依頼を置く</a:t>
              </a:r>
            </a:p>
          </p:txBody>
        </p:sp>
        <p:sp>
          <p:nvSpPr>
            <p:cNvPr id="12" name="USE_GUIDE">
              <a:extLst xmlns:a="http://schemas.openxmlformats.org/drawingml/2006/main">
                <a:ext uri="{FF2B5EF4-FFF2-40B4-BE49-F238E27FC236}">
                  <a16:creationId xmlns:a16="http://schemas.microsoft.com/office/drawing/2014/main" id="{A2D18AB0-3779-4CCC-8F9B-7E840176988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14400" y="6086475"/>
              <a:ext cx="10334625" cy="2476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lIns="0" rIns="0" tIns="0" bIns="0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350" b="0">
                  <a:solidFill>
                    <a:srgbClr val="657783"/>
                  </a:solidFill>
                  <a:latin typeface="Noto Sans JP"/>
                  <a:ea typeface="Noto Sans JP"/>
                  <a:cs typeface="Noto Sans JP"/>
                </a:defRPr>
              </a:pPr>
              <a:r>
                <a:rPr sz="1350" b="0">
                  <a:solidFill>
                    <a:srgbClr val="657783"/>
                  </a:solidFill>
                  <a:latin typeface="Noto Sans JP"/>
                  <a:ea typeface="Noto Sans JP"/>
                  <a:cs typeface="Noto Sans JP"/>
                </a:rPr>
                <a:t>【効果】予定と実績の差、判断が必要な箇所を確認できる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8852757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7178353fce403e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AF8F88-E8ED-44FA-878E-6E7F78798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rIns="0" t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32D40"/>
                </a:solidFill>
                <a:latin typeface="Noto Sans JP"/>
                <a:ea typeface="Noto Sans JP"/>
                <a:cs typeface="Noto Sans JP"/>
              </a:defRPr>
            </a:pPr>
            <a:r>
              <a:rPr sz="3000" b="1">
                <a:solidFill>
                  <a:srgbClr val="132D40"/>
                </a:solidFill>
                <a:latin typeface="Noto Sans JP"/>
                <a:ea typeface="Noto Sans JP"/>
                <a:cs typeface="Noto Sans JP"/>
              </a:rPr>
              <a:t>02  完了・成果報告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72BA04-EF7F-4495-AE75-4DA78B376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190625"/>
            <a:ext cx="495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11430">
            <a:solidFill>
              <a:srgbClr val="087F8C"/>
            </a:solidFill>
          </a:ln>
        </p:spPr>
      </p:sp>
      <p:sp>
        <p:nvSpPr>
          <p:cNvPr id="4" name="PAGE_NUMBER">
            <a:extLst xmlns:a="http://schemas.openxmlformats.org/drawingml/2006/main">
              <a:ext uri="{FF2B5EF4-FFF2-40B4-BE49-F238E27FC236}">
                <a16:creationId xmlns:a16="http://schemas.microsoft.com/office/drawing/2014/main" id="{B887F984-8DDF-49C6-B30F-5FE1664AE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95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rIns="0" t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57783"/>
                </a:solidFill>
                <a:latin typeface="Noto Sans JP"/>
                <a:ea typeface="Noto Sans JP"/>
                <a:cs typeface="Noto Sans JP"/>
              </a:defRPr>
            </a:pPr>
            <a:fld id="{11AB8C8C-C0BC-4F1E-8688-96BFCC2EAA4F}" type="slidenum">
              <a:rPr sz="1350" b="0">
                <a:solidFill>
                  <a:srgbClr val="657783"/>
                </a:solidFill>
                <a:latin typeface="Noto Sans JP"/>
                <a:ea typeface="Noto Sans JP"/>
                <a:cs typeface="Noto Sans JP"/>
              </a:rPr>
              <a:t>17</a:t>
            </a:fld>
            <a:r>
              <a:rPr sz="1350" b="0">
                <a:solidFill>
                  <a:srgbClr val="657783"/>
                </a:solidFill>
                <a:latin typeface="Noto Sans JP"/>
                <a:ea typeface="Noto Sans JP"/>
                <a:cs typeface="Noto Sans JP"/>
              </a:rPr>
              <a:t> / 22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F2D87B-6905-4F0E-9C39-9DBDDE212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95425"/>
            <a:ext cx="10382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rIns="0" t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87F8C"/>
                </a:solidFill>
                <a:latin typeface="Noto Sans JP"/>
                <a:ea typeface="Noto Sans JP"/>
                <a:cs typeface="Noto Sans JP"/>
              </a:defRPr>
            </a:pPr>
            <a:r>
              <a:rPr sz="2400" b="1">
                <a:solidFill>
                  <a:srgbClr val="087F8C"/>
                </a:solidFill>
                <a:latin typeface="Noto Sans JP"/>
                <a:ea typeface="Noto Sans JP"/>
                <a:cs typeface="Noto Sans JP"/>
              </a:rPr>
              <a:t>［結論：何を完了し、何が達成できたか］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450A26-F877-419D-BCBA-09418D503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05025"/>
            <a:ext cx="1038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rIns="0" t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57783"/>
                </a:solidFill>
                <a:latin typeface="Noto Sans JP"/>
                <a:ea typeface="Noto Sans JP"/>
                <a:cs typeface="Noto Sans JP"/>
              </a:defRPr>
            </a:pPr>
            <a:r>
              <a:rPr sz="1575" b="0">
                <a:solidFill>
                  <a:srgbClr val="657783"/>
                </a:solidFill>
                <a:latin typeface="Noto Sans JP"/>
                <a:ea typeface="Noto Sans JP"/>
                <a:cs typeface="Noto Sans JP"/>
              </a:rPr>
              <a:t>対象：［案件名］　完了日：［日付］　検収・確認：［状況］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1ED51C-705B-493F-80EF-59258CCB7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86075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rIns="0" t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87F8C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1">
                <a:solidFill>
                  <a:srgbClr val="087F8C"/>
                </a:solidFill>
                <a:latin typeface="Noto Sans JP"/>
                <a:ea typeface="Noto Sans JP"/>
                <a:cs typeface="Noto Sans JP"/>
              </a:rPr>
              <a:t>完了した範囲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32F094-21F5-47A8-A93A-1BEB37EA1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886075"/>
            <a:ext cx="3190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rIns="0" t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87F8C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1">
                <a:solidFill>
                  <a:srgbClr val="087F8C"/>
                </a:solidFill>
                <a:latin typeface="Noto Sans JP"/>
                <a:ea typeface="Noto Sans JP"/>
                <a:cs typeface="Noto Sans JP"/>
              </a:rPr>
              <a:t>確認できた成果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ED7A6F-3A82-4AA3-8D9F-79C8DD62A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886075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rIns="0" t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87F8C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1">
                <a:solidFill>
                  <a:srgbClr val="087F8C"/>
                </a:solidFill>
                <a:latin typeface="Noto Sans JP"/>
                <a:ea typeface="Noto Sans JP"/>
                <a:cs typeface="Noto Sans JP"/>
              </a:rPr>
              <a:t>残る事項・引継ぎ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080316-19A2-419F-801E-5C73ED5B3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76625"/>
            <a:ext cx="2952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rIns="0" t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32D40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0">
                <a:solidFill>
                  <a:srgbClr val="132D40"/>
                </a:solidFill>
                <a:latin typeface="Noto Sans JP"/>
                <a:ea typeface="Noto Sans JP"/>
                <a:cs typeface="Noto Sans JP"/>
              </a:rPr>
              <a:t>［成果物・対象範囲］</a:t>
            </a:r>
          </a:p>
          <a:p xmlns:a="http://schemas.openxmlformats.org/drawingml/2006/main">
            <a:pPr algn="l">
              <a:defRPr sz="1875" b="0">
                <a:solidFill>
                  <a:srgbClr val="132D40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0">
                <a:solidFill>
                  <a:srgbClr val="132D40"/>
                </a:solidFill>
                <a:latin typeface="Noto Sans JP"/>
                <a:ea typeface="Noto Sans JP"/>
                <a:cs typeface="Noto Sans JP"/>
              </a:rPr>
              <a:t>［完了の確認方法］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B368C7-397F-4C0C-9557-A5D3B2AE8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3476625"/>
            <a:ext cx="31908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rIns="0" t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32D40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0">
                <a:solidFill>
                  <a:srgbClr val="132D40"/>
                </a:solidFill>
                <a:latin typeface="Noto Sans JP"/>
                <a:ea typeface="Noto Sans JP"/>
                <a:cs typeface="Noto Sans JP"/>
              </a:rPr>
              <a:t>［目標と実績］</a:t>
            </a:r>
          </a:p>
          <a:p xmlns:a="http://schemas.openxmlformats.org/drawingml/2006/main">
            <a:pPr algn="l">
              <a:defRPr sz="1875" b="0">
                <a:solidFill>
                  <a:srgbClr val="132D40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0">
                <a:solidFill>
                  <a:srgbClr val="132D40"/>
                </a:solidFill>
                <a:latin typeface="Noto Sans JP"/>
                <a:ea typeface="Noto Sans JP"/>
                <a:cs typeface="Noto Sans JP"/>
              </a:rPr>
              <a:t>［測定条件・根拠］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A4C10A-1B56-4BEF-9F08-85D555469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476625"/>
            <a:ext cx="2952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rIns="0" t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32D40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0">
                <a:solidFill>
                  <a:srgbClr val="132D40"/>
                </a:solidFill>
                <a:latin typeface="Noto Sans JP"/>
                <a:ea typeface="Noto Sans JP"/>
                <a:cs typeface="Noto Sans JP"/>
              </a:rPr>
              <a:t>［未完了の事項］</a:t>
            </a:r>
          </a:p>
          <a:p xmlns:a="http://schemas.openxmlformats.org/drawingml/2006/main">
            <a:pPr algn="l">
              <a:defRPr sz="1875" b="0">
                <a:solidFill>
                  <a:srgbClr val="132D40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0">
                <a:solidFill>
                  <a:srgbClr val="132D40"/>
                </a:solidFill>
                <a:latin typeface="Noto Sans JP"/>
                <a:ea typeface="Noto Sans JP"/>
                <a:cs typeface="Noto Sans JP"/>
              </a:rPr>
              <a:t>［担当者と対応期限］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E0FEC8-9020-4C4B-B36E-A20449305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10125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5E7"/>
          </a:solidFill>
          <a:ln xmlns:a="http://schemas.openxmlformats.org/drawingml/2006/main" w="11430">
            <a:solidFill>
              <a:srgbClr val="D7E5E7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CB1D0D-9828-46A5-8B65-374E4B09C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29200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rIns="0" t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32D40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1">
                <a:solidFill>
                  <a:srgbClr val="132D40"/>
                </a:solidFill>
                <a:latin typeface="Noto Sans JP"/>
                <a:ea typeface="Noto Sans JP"/>
                <a:cs typeface="Noto Sans JP"/>
              </a:rPr>
              <a:t>上司への依頼：［完了承認／次段階への移行判断／共有のみ］</a:t>
            </a:r>
          </a:p>
        </p:txBody>
      </p:sp>
      <p:grpSp>
        <p:nvGrpSpPr>
          <p:cNvPr id="9000" name="USE_GUIDE"/>
          <p:cNvGrpSpPr/>
          <p:nvPr/>
        </p:nvGrpSpPr>
        <p:grpSpPr>
          <ns1:xfrm xmlns:ns1="http://schemas.openxmlformats.org/drawingml/2006/main">
            <ns1:off x="762000" y="5514975"/>
            <ns1:ext cx="10668000" cy="847725"/>
            <ns1:chOff x="762000" y="5514975"/>
            <ns1:chExt cx="10668000" cy="847725"/>
          </ns1:xfrm>
        </p:grpSpPr>
        <p:sp>
          <p:nvSpPr>
            <p:cNvPr id="15" name="USE_GUIDE">
              <a:extLst xmlns:a="http://schemas.openxmlformats.org/drawingml/2006/main">
                <a:ext uri="{FF2B5EF4-FFF2-40B4-BE49-F238E27FC236}">
                  <a16:creationId xmlns:a16="http://schemas.microsoft.com/office/drawing/2014/main" id="{4AD14B0B-46FF-4EA7-A2B5-DBC22C26A43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62000" y="5514975"/>
              <a:ext cx="10668000" cy="84772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1F8F8"/>
            </a:solidFill>
            <a:ln xmlns:a="http://schemas.openxmlformats.org/drawingml/2006/main" w="11430">
              <a:solidFill>
                <a:srgbClr val="D4E5E7"/>
              </a:solidFill>
            </a:ln>
          </p:spPr>
        </p:sp>
        <p:sp>
          <p:nvSpPr>
            <p:cNvPr id="16" name="USE_GUIDE">
              <a:extLst xmlns:a="http://schemas.openxmlformats.org/drawingml/2006/main">
                <a:ext uri="{FF2B5EF4-FFF2-40B4-BE49-F238E27FC236}">
                  <a16:creationId xmlns:a16="http://schemas.microsoft.com/office/drawing/2014/main" id="{D52C90FC-124F-45D3-8AB7-5BABEF933FA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14400" y="5553075"/>
              <a:ext cx="10334625" cy="2571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lIns="0" rIns="0" tIns="0" bIns="0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500" b="1">
                  <a:solidFill>
                    <a:srgbClr val="132D40"/>
                  </a:solidFill>
                  <a:latin typeface="Noto Sans JP"/>
                  <a:ea typeface="Noto Sans JP"/>
                  <a:cs typeface="Noto Sans JP"/>
                </a:defRPr>
              </a:pPr>
              <a:r>
                <a:rPr sz="1500" b="1">
                  <a:solidFill>
                    <a:srgbClr val="132D40"/>
                  </a:solidFill>
                  <a:latin typeface="Noto Sans JP"/>
                  <a:ea typeface="Noto Sans JP"/>
                  <a:cs typeface="Noto Sans JP"/>
                </a:rPr>
                <a:t>【目的】完了の事実と成果、残る対応を報告する</a:t>
              </a:r>
            </a:p>
          </p:txBody>
        </p:sp>
        <p:sp>
          <p:nvSpPr>
            <p:cNvPr id="17" name="USE_GUIDE">
              <a:extLst xmlns:a="http://schemas.openxmlformats.org/drawingml/2006/main">
                <a:ext uri="{FF2B5EF4-FFF2-40B4-BE49-F238E27FC236}">
                  <a16:creationId xmlns:a16="http://schemas.microsoft.com/office/drawing/2014/main" id="{60245FB7-D4B2-4D7E-B5AC-4B2E998F207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14400" y="5819775"/>
              <a:ext cx="10334625" cy="266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lIns="0" rIns="0" tIns="0" bIns="0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500" b="0">
                  <a:solidFill>
                    <a:srgbClr val="132D40"/>
                  </a:solidFill>
                  <a:latin typeface="Noto Sans JP"/>
                  <a:ea typeface="Noto Sans JP"/>
                  <a:cs typeface="Noto Sans JP"/>
                </a:defRPr>
              </a:pPr>
              <a:r>
                <a:rPr sz="1500" b="0">
                  <a:solidFill>
                    <a:srgbClr val="132D40"/>
                  </a:solidFill>
                  <a:latin typeface="Noto Sans JP"/>
                  <a:ea typeface="Noto Sans JP"/>
                  <a:cs typeface="Noto Sans JP"/>
                </a:rPr>
                <a:t>【構図】上段に完了の結論、中央に範囲・成果・引継ぎ、下段に次の判断を置く</a:t>
              </a:r>
            </a:p>
          </p:txBody>
        </p:sp>
        <p:sp>
          <p:nvSpPr>
            <p:cNvPr id="18" name="USE_GUIDE">
              <a:extLst xmlns:a="http://schemas.openxmlformats.org/drawingml/2006/main">
                <a:ext uri="{FF2B5EF4-FFF2-40B4-BE49-F238E27FC236}">
                  <a16:creationId xmlns:a16="http://schemas.microsoft.com/office/drawing/2014/main" id="{3487F189-C8CD-49EC-A471-BAABF151195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14400" y="6086475"/>
              <a:ext cx="10334625" cy="2476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lIns="0" rIns="0" tIns="0" bIns="0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350" b="0">
                  <a:solidFill>
                    <a:srgbClr val="657783"/>
                  </a:solidFill>
                  <a:latin typeface="Noto Sans JP"/>
                  <a:ea typeface="Noto Sans JP"/>
                  <a:cs typeface="Noto Sans JP"/>
                </a:defRPr>
              </a:pPr>
              <a:r>
                <a:rPr sz="1350" b="0">
                  <a:solidFill>
                    <a:srgbClr val="657783"/>
                  </a:solidFill>
                  <a:latin typeface="Noto Sans JP"/>
                  <a:ea typeface="Noto Sans JP"/>
                  <a:cs typeface="Noto Sans JP"/>
                </a:rPr>
                <a:t>【効果】完了したことと、今後も対応することを区別できる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4908176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3582ba82a94209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797F5B-3CD6-4D49-95D8-0C30C95A7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rIns="0" t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32D40"/>
                </a:solidFill>
                <a:latin typeface="Noto Sans JP"/>
                <a:ea typeface="Noto Sans JP"/>
                <a:cs typeface="Noto Sans JP"/>
              </a:defRPr>
            </a:pPr>
            <a:r>
              <a:rPr sz="3000" b="1">
                <a:solidFill>
                  <a:srgbClr val="132D40"/>
                </a:solidFill>
                <a:latin typeface="Noto Sans JP"/>
                <a:ea typeface="Noto Sans JP"/>
                <a:cs typeface="Noto Sans JP"/>
              </a:rPr>
              <a:t>03  トラブル・緊急報告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5452DE-18A0-4FD8-B0B7-965C67C94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190625"/>
            <a:ext cx="495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11430">
            <a:solidFill>
              <a:srgbClr val="087F8C"/>
            </a:solidFill>
          </a:ln>
        </p:spPr>
      </p:sp>
      <p:sp>
        <p:nvSpPr>
          <p:cNvPr id="4" name="PAGE_NUMBER">
            <a:extLst xmlns:a="http://schemas.openxmlformats.org/drawingml/2006/main">
              <a:ext uri="{FF2B5EF4-FFF2-40B4-BE49-F238E27FC236}">
                <a16:creationId xmlns:a16="http://schemas.microsoft.com/office/drawing/2014/main" id="{68159C89-BC7E-44A9-AFE9-9025AEC94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95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rIns="0" t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57783"/>
                </a:solidFill>
                <a:latin typeface="Noto Sans JP"/>
                <a:ea typeface="Noto Sans JP"/>
                <a:cs typeface="Noto Sans JP"/>
              </a:defRPr>
            </a:pPr>
            <a:fld id="{C309CDBE-E646-4870-82CA-A300D8D2CD80}" type="slidenum">
              <a:rPr sz="1350" b="0">
                <a:solidFill>
                  <a:srgbClr val="657783"/>
                </a:solidFill>
                <a:latin typeface="Noto Sans JP"/>
                <a:ea typeface="Noto Sans JP"/>
                <a:cs typeface="Noto Sans JP"/>
              </a:rPr>
              <a:t>18</a:t>
            </a:fld>
            <a:r>
              <a:rPr sz="1350" b="0">
                <a:solidFill>
                  <a:srgbClr val="657783"/>
                </a:solidFill>
                <a:latin typeface="Noto Sans JP"/>
                <a:ea typeface="Noto Sans JP"/>
                <a:cs typeface="Noto Sans JP"/>
              </a:rPr>
              <a:t> / 22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258F94-8FB3-42B1-A7E4-BA880CED8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95425"/>
            <a:ext cx="10382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rIns="0" t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87F8C"/>
                </a:solidFill>
                <a:latin typeface="Noto Sans JP"/>
                <a:ea typeface="Noto Sans JP"/>
                <a:cs typeface="Noto Sans JP"/>
              </a:defRPr>
            </a:pPr>
            <a:r>
              <a:rPr sz="2400" b="1">
                <a:solidFill>
                  <a:srgbClr val="087F8C"/>
                </a:solidFill>
                <a:latin typeface="Noto Sans JP"/>
                <a:ea typeface="Noto Sans JP"/>
                <a:cs typeface="Noto Sans JP"/>
              </a:rPr>
              <a:t>［結論：発生事象と現在の状態］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97B2AB-0FCB-4099-BA48-727C2A90C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05025"/>
            <a:ext cx="1038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rIns="0" t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57783"/>
                </a:solidFill>
                <a:latin typeface="Noto Sans JP"/>
                <a:ea typeface="Noto Sans JP"/>
                <a:cs typeface="Noto Sans JP"/>
              </a:defRPr>
            </a:pPr>
            <a:r>
              <a:rPr sz="1575" b="0">
                <a:solidFill>
                  <a:srgbClr val="657783"/>
                </a:solidFill>
                <a:latin typeface="Noto Sans JP"/>
                <a:ea typeface="Noto Sans JP"/>
                <a:cs typeface="Noto Sans JP"/>
              </a:rPr>
              <a:t>確認時刻：［日時］　影響範囲：［対象］　次回更新：［日時］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07251B-F4DA-4DD3-BAA9-7DA642B78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81300"/>
            <a:ext cx="466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rIns="0" t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87F8C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1">
                <a:solidFill>
                  <a:srgbClr val="087F8C"/>
                </a:solidFill>
                <a:latin typeface="Noto Sans JP"/>
                <a:ea typeface="Noto Sans JP"/>
                <a:cs typeface="Noto Sans JP"/>
              </a:rPr>
              <a:t>確認できた事実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DFCE90-34F1-453F-8F82-983C72820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67075"/>
            <a:ext cx="4667250" cy="1533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rIns="0" t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32D40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0">
                <a:solidFill>
                  <a:srgbClr val="132D40"/>
                </a:solidFill>
                <a:latin typeface="Noto Sans JP"/>
                <a:ea typeface="Noto Sans JP"/>
                <a:cs typeface="Noto Sans JP"/>
              </a:rPr>
              <a:t>［発生時刻・検知経緯］</a:t>
            </a:r>
          </a:p>
          <a:p xmlns:a="http://schemas.openxmlformats.org/drawingml/2006/main">
            <a:pPr algn="l">
              <a:defRPr sz="1875" b="0">
                <a:solidFill>
                  <a:srgbClr val="132D40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0">
                <a:solidFill>
                  <a:srgbClr val="132D40"/>
                </a:solidFill>
                <a:latin typeface="Noto Sans JP"/>
                <a:ea typeface="Noto Sans JP"/>
                <a:cs typeface="Noto Sans JP"/>
              </a:rPr>
              <a:t>［現在の影響・対象件数］</a:t>
            </a:r>
          </a:p>
          <a:p xmlns:a="http://schemas.openxmlformats.org/drawingml/2006/main">
            <a:pPr algn="l">
              <a:defRPr sz="1875" b="0">
                <a:solidFill>
                  <a:srgbClr val="132D40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0">
                <a:solidFill>
                  <a:srgbClr val="132D40"/>
                </a:solidFill>
                <a:latin typeface="Noto Sans JP"/>
                <a:ea typeface="Noto Sans JP"/>
                <a:cs typeface="Noto Sans JP"/>
              </a:rPr>
              <a:t>［原因：確定／調査中］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629D9D-348E-41A2-BEC7-27E74626C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781300"/>
            <a:ext cx="4781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rIns="0" t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87F8C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1">
                <a:solidFill>
                  <a:srgbClr val="087F8C"/>
                </a:solidFill>
                <a:latin typeface="Noto Sans JP"/>
                <a:ea typeface="Noto Sans JP"/>
                <a:cs typeface="Noto Sans JP"/>
              </a:rPr>
              <a:t>実施した対応・次の対応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6E7149-F238-4761-9A10-D0D766FB1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267075"/>
            <a:ext cx="4781550" cy="1533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rIns="0" t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32D40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0">
                <a:solidFill>
                  <a:srgbClr val="132D40"/>
                </a:solidFill>
                <a:latin typeface="Noto Sans JP"/>
                <a:ea typeface="Noto Sans JP"/>
                <a:cs typeface="Noto Sans JP"/>
              </a:rPr>
              <a:t>［応急対応とその結果］</a:t>
            </a:r>
          </a:p>
          <a:p xmlns:a="http://schemas.openxmlformats.org/drawingml/2006/main">
            <a:pPr algn="l">
              <a:defRPr sz="1875" b="0">
                <a:solidFill>
                  <a:srgbClr val="132D40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0">
                <a:solidFill>
                  <a:srgbClr val="132D40"/>
                </a:solidFill>
                <a:latin typeface="Noto Sans JP"/>
                <a:ea typeface="Noto Sans JP"/>
                <a:cs typeface="Noto Sans JP"/>
              </a:rPr>
              <a:t>［次に行う対応・担当者］</a:t>
            </a:r>
          </a:p>
          <a:p xmlns:a="http://schemas.openxmlformats.org/drawingml/2006/main">
            <a:pPr algn="l">
              <a:defRPr sz="1875" b="0">
                <a:solidFill>
                  <a:srgbClr val="132D40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0">
                <a:solidFill>
                  <a:srgbClr val="132D40"/>
                </a:solidFill>
                <a:latin typeface="Noto Sans JP"/>
                <a:ea typeface="Noto Sans JP"/>
                <a:cs typeface="Noto Sans JP"/>
              </a:rPr>
              <a:t>［復旧見込み：根拠／未定］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8DCC26-9156-4AA8-B6BC-0C2483054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800350"/>
            <a:ext cx="9525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5E7"/>
          </a:solidFill>
          <a:ln xmlns:a="http://schemas.openxmlformats.org/drawingml/2006/main" w="11430">
            <a:solidFill>
              <a:srgbClr val="D7E5E7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7BB4D9-669A-4136-A733-F8373AAAE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29200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rIns="0" t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C34B4B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1">
                <a:solidFill>
                  <a:srgbClr val="C34B4B"/>
                </a:solidFill>
                <a:latin typeface="Noto Sans JP"/>
                <a:ea typeface="Noto Sans JP"/>
                <a:cs typeface="Noto Sans JP"/>
              </a:rPr>
              <a:t>上司への依頼：［支援・判断内容］　期限：［いつまでに必要か］</a:t>
            </a:r>
          </a:p>
        </p:txBody>
      </p:sp>
      <p:grpSp>
        <p:nvGrpSpPr>
          <p:cNvPr id="9000" name="USE_GUIDE"/>
          <p:cNvGrpSpPr/>
          <p:nvPr/>
        </p:nvGrpSpPr>
        <p:grpSpPr>
          <ns1:xfrm xmlns:ns1="http://schemas.openxmlformats.org/drawingml/2006/main">
            <ns1:off x="762000" y="5514975"/>
            <ns1:ext cx="10668000" cy="847725"/>
            <ns1:chOff x="762000" y="5514975"/>
            <ns1:chExt cx="10668000" cy="847725"/>
          </ns1:xfrm>
        </p:grpSpPr>
        <p:sp>
          <p:nvSpPr>
            <p:cNvPr id="13" name="USE_GUIDE">
              <a:extLst xmlns:a="http://schemas.openxmlformats.org/drawingml/2006/main">
                <a:ext uri="{FF2B5EF4-FFF2-40B4-BE49-F238E27FC236}">
                  <a16:creationId xmlns:a16="http://schemas.microsoft.com/office/drawing/2014/main" id="{A04EE7F9-5600-4008-A10A-FEB8227F3C6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62000" y="5514975"/>
              <a:ext cx="10668000" cy="84772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1F8F8"/>
            </a:solidFill>
            <a:ln xmlns:a="http://schemas.openxmlformats.org/drawingml/2006/main" w="11430">
              <a:solidFill>
                <a:srgbClr val="D4E5E7"/>
              </a:solidFill>
            </a:ln>
          </p:spPr>
        </p:sp>
        <p:sp>
          <p:nvSpPr>
            <p:cNvPr id="14" name="USE_GUIDE">
              <a:extLst xmlns:a="http://schemas.openxmlformats.org/drawingml/2006/main">
                <a:ext uri="{FF2B5EF4-FFF2-40B4-BE49-F238E27FC236}">
                  <a16:creationId xmlns:a16="http://schemas.microsoft.com/office/drawing/2014/main" id="{2007EB04-891D-40F6-99F3-16A60FF5560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14400" y="5553075"/>
              <a:ext cx="10334625" cy="2571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lIns="0" rIns="0" tIns="0" bIns="0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500" b="1">
                  <a:solidFill>
                    <a:srgbClr val="132D40"/>
                  </a:solidFill>
                  <a:latin typeface="Noto Sans JP"/>
                  <a:ea typeface="Noto Sans JP"/>
                  <a:cs typeface="Noto Sans JP"/>
                </a:defRPr>
              </a:pPr>
              <a:r>
                <a:rPr sz="1500" b="1">
                  <a:solidFill>
                    <a:srgbClr val="132D40"/>
                  </a:solidFill>
                  <a:latin typeface="Noto Sans JP"/>
                  <a:ea typeface="Noto Sans JP"/>
                  <a:cs typeface="Noto Sans JP"/>
                </a:rPr>
                <a:t>【目的】影響と現在の対応を速やかに伝える</a:t>
              </a:r>
            </a:p>
          </p:txBody>
        </p:sp>
        <p:sp>
          <p:nvSpPr>
            <p:cNvPr id="15" name="USE_GUIDE">
              <a:extLst xmlns:a="http://schemas.openxmlformats.org/drawingml/2006/main">
                <a:ext uri="{FF2B5EF4-FFF2-40B4-BE49-F238E27FC236}">
                  <a16:creationId xmlns:a16="http://schemas.microsoft.com/office/drawing/2014/main" id="{C179978B-0B11-4FC7-9990-F98B6C86DC2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14400" y="5819775"/>
              <a:ext cx="10334625" cy="266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lIns="0" rIns="0" tIns="0" bIns="0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500" b="0">
                  <a:solidFill>
                    <a:srgbClr val="132D40"/>
                  </a:solidFill>
                  <a:latin typeface="Noto Sans JP"/>
                  <a:ea typeface="Noto Sans JP"/>
                  <a:cs typeface="Noto Sans JP"/>
                </a:defRPr>
              </a:pPr>
              <a:r>
                <a:rPr sz="1500" b="0">
                  <a:solidFill>
                    <a:srgbClr val="132D40"/>
                  </a:solidFill>
                  <a:latin typeface="Noto Sans JP"/>
                  <a:ea typeface="Noto Sans JP"/>
                  <a:cs typeface="Noto Sans JP"/>
                </a:rPr>
                <a:t>【構図】上段に現状と更新時刻、左に事実、右に対応、下段に必要な支援を置く</a:t>
              </a:r>
            </a:p>
          </p:txBody>
        </p:sp>
        <p:sp>
          <p:nvSpPr>
            <p:cNvPr id="16" name="USE_GUIDE">
              <a:extLst xmlns:a="http://schemas.openxmlformats.org/drawingml/2006/main">
                <a:ext uri="{FF2B5EF4-FFF2-40B4-BE49-F238E27FC236}">
                  <a16:creationId xmlns:a16="http://schemas.microsoft.com/office/drawing/2014/main" id="{8B330324-08B1-4882-ACAB-5AB0D1126FD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14400" y="6086475"/>
              <a:ext cx="10334625" cy="2476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lIns="0" rIns="0" tIns="0" bIns="0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350" b="0">
                  <a:solidFill>
                    <a:srgbClr val="657783"/>
                  </a:solidFill>
                  <a:latin typeface="Noto Sans JP"/>
                  <a:ea typeface="Noto Sans JP"/>
                  <a:cs typeface="Noto Sans JP"/>
                </a:defRPr>
              </a:pPr>
              <a:r>
                <a:rPr sz="1350" b="0">
                  <a:solidFill>
                    <a:srgbClr val="657783"/>
                  </a:solidFill>
                  <a:latin typeface="Noto Sans JP"/>
                  <a:ea typeface="Noto Sans JP"/>
                  <a:cs typeface="Noto Sans JP"/>
                </a:rPr>
                <a:t>【効果】状況の把握と、支援・判断を同時に進められる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15318619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57512c18994a66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ABA218-C23A-443C-B304-689BCDAF6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rIns="0" t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32D40"/>
                </a:solidFill>
                <a:latin typeface="Noto Sans JP"/>
                <a:ea typeface="Noto Sans JP"/>
                <a:cs typeface="Noto Sans JP"/>
              </a:defRPr>
            </a:pPr>
            <a:r>
              <a:rPr sz="3000" b="1">
                <a:solidFill>
                  <a:srgbClr val="132D40"/>
                </a:solidFill>
                <a:latin typeface="Noto Sans JP"/>
                <a:ea typeface="Noto Sans JP"/>
                <a:cs typeface="Noto Sans JP"/>
              </a:rPr>
              <a:t>04  遅延・リスク報告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A6A6F1-2A07-4726-8FBD-C3E298E3E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190625"/>
            <a:ext cx="495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11430">
            <a:solidFill>
              <a:srgbClr val="087F8C"/>
            </a:solidFill>
          </a:ln>
        </p:spPr>
      </p:sp>
      <p:sp>
        <p:nvSpPr>
          <p:cNvPr id="4" name="PAGE_NUMBER">
            <a:extLst xmlns:a="http://schemas.openxmlformats.org/drawingml/2006/main">
              <a:ext uri="{FF2B5EF4-FFF2-40B4-BE49-F238E27FC236}">
                <a16:creationId xmlns:a16="http://schemas.microsoft.com/office/drawing/2014/main" id="{B8C2037E-88D3-4707-BFDC-80468AE4F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95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rIns="0" t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57783"/>
                </a:solidFill>
                <a:latin typeface="Noto Sans JP"/>
                <a:ea typeface="Noto Sans JP"/>
                <a:cs typeface="Noto Sans JP"/>
              </a:defRPr>
            </a:pPr>
            <a:fld id="{FD553CE9-5049-443A-9D50-F66D5483FA8A}" type="slidenum">
              <a:rPr sz="1350" b="0">
                <a:solidFill>
                  <a:srgbClr val="657783"/>
                </a:solidFill>
                <a:latin typeface="Noto Sans JP"/>
                <a:ea typeface="Noto Sans JP"/>
                <a:cs typeface="Noto Sans JP"/>
              </a:rPr>
              <a:t>19</a:t>
            </a:fld>
            <a:r>
              <a:rPr sz="1350" b="0">
                <a:solidFill>
                  <a:srgbClr val="657783"/>
                </a:solidFill>
                <a:latin typeface="Noto Sans JP"/>
                <a:ea typeface="Noto Sans JP"/>
                <a:cs typeface="Noto Sans JP"/>
              </a:rPr>
              <a:t> / 22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3F2091-00B1-4219-A193-B0529A1EB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95425"/>
            <a:ext cx="10382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rIns="0" t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87F8C"/>
                </a:solidFill>
                <a:latin typeface="Noto Sans JP"/>
                <a:ea typeface="Noto Sans JP"/>
                <a:cs typeface="Noto Sans JP"/>
              </a:defRPr>
            </a:pPr>
            <a:r>
              <a:rPr sz="2400" b="1">
                <a:solidFill>
                  <a:srgbClr val="087F8C"/>
                </a:solidFill>
                <a:latin typeface="Noto Sans JP"/>
                <a:ea typeface="Noto Sans JP"/>
                <a:cs typeface="Noto Sans JP"/>
              </a:rPr>
              <a:t>［結論：予定との差と、最終期限への影響］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9F624A-B696-4DB1-A439-974AE0F46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05025"/>
            <a:ext cx="1038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rIns="0" t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57783"/>
                </a:solidFill>
                <a:latin typeface="Noto Sans JP"/>
                <a:ea typeface="Noto Sans JP"/>
                <a:cs typeface="Noto Sans JP"/>
              </a:defRPr>
            </a:pPr>
            <a:r>
              <a:rPr sz="1575" b="0">
                <a:solidFill>
                  <a:srgbClr val="657783"/>
                </a:solidFill>
                <a:latin typeface="Noto Sans JP"/>
                <a:ea typeface="Noto Sans JP"/>
                <a:cs typeface="Noto Sans JP"/>
              </a:rPr>
              <a:t>対象：［工程名］　当初期限：［日付］　見込み：［日付／未定］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E7F4C5-864A-4612-9E21-E7516F3C5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09875"/>
            <a:ext cx="466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rIns="0" t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87F8C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1">
                <a:solidFill>
                  <a:srgbClr val="087F8C"/>
                </a:solidFill>
                <a:latin typeface="Noto Sans JP"/>
                <a:ea typeface="Noto Sans JP"/>
                <a:cs typeface="Noto Sans JP"/>
              </a:rPr>
              <a:t>遅延の事実・影響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97714C-1290-424E-80FC-747352E5D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24225"/>
            <a:ext cx="4667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rIns="0" t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32D40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0">
                <a:solidFill>
                  <a:srgbClr val="132D40"/>
                </a:solidFill>
                <a:latin typeface="Noto Sans JP"/>
                <a:ea typeface="Noto Sans JP"/>
                <a:cs typeface="Noto Sans JP"/>
              </a:rPr>
              <a:t>［計画と実績の差］</a:t>
            </a:r>
          </a:p>
          <a:p xmlns:a="http://schemas.openxmlformats.org/drawingml/2006/main">
            <a:pPr algn="l">
              <a:defRPr sz="1875" b="0">
                <a:solidFill>
                  <a:srgbClr val="132D40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0">
                <a:solidFill>
                  <a:srgbClr val="132D40"/>
                </a:solidFill>
                <a:latin typeface="Noto Sans JP"/>
                <a:ea typeface="Noto Sans JP"/>
                <a:cs typeface="Noto Sans JP"/>
              </a:rPr>
              <a:t>［後工程・関係者への影響］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D7931D-823B-4190-BCE6-6FC3710A0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2809875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rIns="0" t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87F8C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1">
                <a:solidFill>
                  <a:srgbClr val="087F8C"/>
                </a:solidFill>
                <a:latin typeface="Noto Sans JP"/>
                <a:ea typeface="Noto Sans JP"/>
                <a:cs typeface="Noto Sans JP"/>
              </a:rPr>
              <a:t>回復策・残るリスク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E41AE7-892E-4AA7-AB89-8B53B5BB3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3324225"/>
            <a:ext cx="4762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rIns="0" t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32D40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0">
                <a:solidFill>
                  <a:srgbClr val="132D40"/>
                </a:solidFill>
                <a:latin typeface="Noto Sans JP"/>
                <a:ea typeface="Noto Sans JP"/>
                <a:cs typeface="Noto Sans JP"/>
              </a:rPr>
              <a:t>［対策・担当・期限］</a:t>
            </a:r>
          </a:p>
          <a:p xmlns:a="http://schemas.openxmlformats.org/drawingml/2006/main">
            <a:pPr algn="l">
              <a:defRPr sz="1875" b="0">
                <a:solidFill>
                  <a:srgbClr val="132D40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0">
                <a:solidFill>
                  <a:srgbClr val="132D40"/>
                </a:solidFill>
                <a:latin typeface="Noto Sans JP"/>
                <a:ea typeface="Noto Sans JP"/>
                <a:cs typeface="Noto Sans JP"/>
              </a:rPr>
              <a:t>［対策後にも残る懸念］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11BD54-05C3-4724-8E7B-9DA7A97CA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3543300"/>
            <a:ext cx="552450" cy="1809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solidFill>
              <a:srgbClr val="087F8C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5AAD71-7E6F-4ABE-9E4A-294AC2674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48200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5E7"/>
          </a:solidFill>
          <a:ln xmlns:a="http://schemas.openxmlformats.org/drawingml/2006/main" w="11430">
            <a:solidFill>
              <a:srgbClr val="D7E5E7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657C52-426A-4D7B-BEC6-EAC0464E4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72050"/>
            <a:ext cx="1038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rIns="0" t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32D40"/>
                </a:solidFill>
                <a:latin typeface="Noto Sans JP"/>
                <a:ea typeface="Noto Sans JP"/>
                <a:cs typeface="Noto Sans JP"/>
              </a:defRPr>
            </a:pPr>
            <a:r>
              <a:rPr sz="1950" b="1">
                <a:solidFill>
                  <a:srgbClr val="132D40"/>
                </a:solidFill>
                <a:latin typeface="Noto Sans JP"/>
                <a:ea typeface="Noto Sans JP"/>
                <a:cs typeface="Noto Sans JP"/>
              </a:rPr>
              <a:t>上司への依頼：［優先順位／追加要員／期限変更の判断］</a:t>
            </a:r>
          </a:p>
        </p:txBody>
      </p:sp>
      <p:grpSp>
        <p:nvGrpSpPr>
          <p:cNvPr id="9000" name="USE_GUIDE"/>
          <p:cNvGrpSpPr/>
          <p:nvPr/>
        </p:nvGrpSpPr>
        <p:grpSpPr>
          <ns1:xfrm xmlns:ns1="http://schemas.openxmlformats.org/drawingml/2006/main">
            <ns1:off x="762000" y="5514975"/>
            <ns1:ext cx="10668000" cy="847725"/>
            <ns1:chOff x="762000" y="5514975"/>
            <ns1:chExt cx="10668000" cy="847725"/>
          </ns1:xfrm>
        </p:grpSpPr>
        <p:sp>
          <p:nvSpPr>
            <p:cNvPr id="14" name="USE_GUIDE">
              <a:extLst xmlns:a="http://schemas.openxmlformats.org/drawingml/2006/main">
                <a:ext uri="{FF2B5EF4-FFF2-40B4-BE49-F238E27FC236}">
                  <a16:creationId xmlns:a16="http://schemas.microsoft.com/office/drawing/2014/main" id="{D7D01A20-2B8D-4D55-9079-64E36669DF1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62000" y="5514975"/>
              <a:ext cx="10668000" cy="84772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1F8F8"/>
            </a:solidFill>
            <a:ln xmlns:a="http://schemas.openxmlformats.org/drawingml/2006/main" w="11430">
              <a:solidFill>
                <a:srgbClr val="D4E5E7"/>
              </a:solidFill>
            </a:ln>
          </p:spPr>
        </p:sp>
        <p:sp>
          <p:nvSpPr>
            <p:cNvPr id="15" name="USE_GUIDE">
              <a:extLst xmlns:a="http://schemas.openxmlformats.org/drawingml/2006/main">
                <a:ext uri="{FF2B5EF4-FFF2-40B4-BE49-F238E27FC236}">
                  <a16:creationId xmlns:a16="http://schemas.microsoft.com/office/drawing/2014/main" id="{7DD11F11-F31F-4824-80BD-89C86008CF2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14400" y="5553075"/>
              <a:ext cx="10334625" cy="2571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lIns="0" rIns="0" tIns="0" bIns="0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500" b="1">
                  <a:solidFill>
                    <a:srgbClr val="132D40"/>
                  </a:solidFill>
                  <a:latin typeface="Noto Sans JP"/>
                  <a:ea typeface="Noto Sans JP"/>
                  <a:cs typeface="Noto Sans JP"/>
                </a:defRPr>
              </a:pPr>
              <a:r>
                <a:rPr sz="1500" b="1">
                  <a:solidFill>
                    <a:srgbClr val="132D40"/>
                  </a:solidFill>
                  <a:latin typeface="Noto Sans JP"/>
                  <a:ea typeface="Noto Sans JP"/>
                  <a:cs typeface="Noto Sans JP"/>
                </a:rPr>
                <a:t>【目的】遅れや懸念を早めに共有し、回復策を相談する</a:t>
              </a:r>
            </a:p>
          </p:txBody>
        </p:sp>
        <p:sp>
          <p:nvSpPr>
            <p:cNvPr id="16" name="USE_GUIDE">
              <a:extLst xmlns:a="http://schemas.openxmlformats.org/drawingml/2006/main">
                <a:ext uri="{FF2B5EF4-FFF2-40B4-BE49-F238E27FC236}">
                  <a16:creationId xmlns:a16="http://schemas.microsoft.com/office/drawing/2014/main" id="{CA0ABE5A-D4D2-4F3C-8F74-1BB12BB0444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14400" y="5819775"/>
              <a:ext cx="10334625" cy="266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lIns="0" rIns="0" tIns="0" bIns="0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500" b="0">
                  <a:solidFill>
                    <a:srgbClr val="132D40"/>
                  </a:solidFill>
                  <a:latin typeface="Noto Sans JP"/>
                  <a:ea typeface="Noto Sans JP"/>
                  <a:cs typeface="Noto Sans JP"/>
                </a:defRPr>
              </a:pPr>
              <a:r>
                <a:rPr sz="1500" b="0">
                  <a:solidFill>
                    <a:srgbClr val="132D40"/>
                  </a:solidFill>
                  <a:latin typeface="Noto Sans JP"/>
                  <a:ea typeface="Noto Sans JP"/>
                  <a:cs typeface="Noto Sans JP"/>
                </a:rPr>
                <a:t>【構図】上段に期限への影響、左に差と影響、右に回復策、下段に判断依頼を置く</a:t>
              </a:r>
            </a:p>
          </p:txBody>
        </p:sp>
        <p:sp>
          <p:nvSpPr>
            <p:cNvPr id="17" name="USE_GUIDE">
              <a:extLst xmlns:a="http://schemas.openxmlformats.org/drawingml/2006/main">
                <a:ext uri="{FF2B5EF4-FFF2-40B4-BE49-F238E27FC236}">
                  <a16:creationId xmlns:a16="http://schemas.microsoft.com/office/drawing/2014/main" id="{844E6D2E-5A61-40DF-8580-2DBC85B70EA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14400" y="6086475"/>
              <a:ext cx="10334625" cy="2476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lIns="0" rIns="0" tIns="0" bIns="0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350" b="0">
                  <a:solidFill>
                    <a:srgbClr val="657783"/>
                  </a:solidFill>
                  <a:latin typeface="Noto Sans JP"/>
                  <a:ea typeface="Noto Sans JP"/>
                  <a:cs typeface="Noto Sans JP"/>
                </a:defRPr>
              </a:pPr>
              <a:r>
                <a:rPr sz="1350" b="0">
                  <a:solidFill>
                    <a:srgbClr val="657783"/>
                  </a:solidFill>
                  <a:latin typeface="Noto Sans JP"/>
                  <a:ea typeface="Noto Sans JP"/>
                  <a:cs typeface="Noto Sans JP"/>
                </a:rPr>
                <a:t>【効果】遅れの説明から、取るべき行動へ話を進められる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5366169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581925d7084892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79E8E6-C480-4930-8CAA-84BA4F354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rIns="0" t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32D40"/>
                </a:solidFill>
                <a:latin typeface="Noto Sans JP"/>
                <a:ea typeface="Noto Sans JP"/>
                <a:cs typeface="Noto Sans JP"/>
              </a:defRPr>
            </a:pPr>
            <a:r>
              <a:rPr sz="3000" b="1">
                <a:solidFill>
                  <a:srgbClr val="132D40"/>
                </a:solidFill>
                <a:latin typeface="Noto Sans JP"/>
                <a:ea typeface="Noto Sans JP"/>
                <a:cs typeface="Noto Sans JP"/>
              </a:rPr>
              <a:t>05  方針・選択肢の相談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AF0C14-4D8C-4A3D-B56D-CDD2905A1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190625"/>
            <a:ext cx="495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11430">
            <a:solidFill>
              <a:srgbClr val="087F8C"/>
            </a:solidFill>
          </a:ln>
        </p:spPr>
      </p:sp>
      <p:sp>
        <p:nvSpPr>
          <p:cNvPr id="4" name="PAGE_NUMBER">
            <a:extLst xmlns:a="http://schemas.openxmlformats.org/drawingml/2006/main">
              <a:ext uri="{FF2B5EF4-FFF2-40B4-BE49-F238E27FC236}">
                <a16:creationId xmlns:a16="http://schemas.microsoft.com/office/drawing/2014/main" id="{69416B11-608D-40E6-B6FC-9F7AFFCA9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95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rIns="0" t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57783"/>
                </a:solidFill>
                <a:latin typeface="Noto Sans JP"/>
                <a:ea typeface="Noto Sans JP"/>
                <a:cs typeface="Noto Sans JP"/>
              </a:defRPr>
            </a:pPr>
            <a:fld id="{C1E66100-8C04-44B5-898D-9C39078928EF}" type="slidenum">
              <a:rPr sz="1350" b="0">
                <a:solidFill>
                  <a:srgbClr val="657783"/>
                </a:solidFill>
                <a:latin typeface="Noto Sans JP"/>
                <a:ea typeface="Noto Sans JP"/>
                <a:cs typeface="Noto Sans JP"/>
              </a:rPr>
              <a:t>20</a:t>
            </a:fld>
            <a:r>
              <a:rPr sz="1350" b="0">
                <a:solidFill>
                  <a:srgbClr val="657783"/>
                </a:solidFill>
                <a:latin typeface="Noto Sans JP"/>
                <a:ea typeface="Noto Sans JP"/>
                <a:cs typeface="Noto Sans JP"/>
              </a:rPr>
              <a:t> / 22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7A2048-91E5-4D8A-9B4A-1873F4F8D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95425"/>
            <a:ext cx="10382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rIns="0" t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87F8C"/>
                </a:solidFill>
                <a:latin typeface="Noto Sans JP"/>
                <a:ea typeface="Noto Sans JP"/>
                <a:cs typeface="Noto Sans JP"/>
              </a:defRPr>
            </a:pPr>
            <a:r>
              <a:rPr sz="2400" b="1">
                <a:solidFill>
                  <a:srgbClr val="087F8C"/>
                </a:solidFill>
                <a:latin typeface="Noto Sans JP"/>
                <a:ea typeface="Noto Sans JP"/>
                <a:cs typeface="Noto Sans JP"/>
              </a:rPr>
              <a:t>［相談したい論点］　推奨：［案 A／案 B］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E0EE9F-EB0A-4CFC-AE33-FE035BDEB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05025"/>
            <a:ext cx="1038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rIns="0" t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57783"/>
                </a:solidFill>
                <a:latin typeface="Noto Sans JP"/>
                <a:ea typeface="Noto Sans JP"/>
                <a:cs typeface="Noto Sans JP"/>
              </a:defRPr>
            </a:pPr>
            <a:r>
              <a:rPr sz="1575" b="0">
                <a:solidFill>
                  <a:srgbClr val="657783"/>
                </a:solidFill>
                <a:latin typeface="Noto Sans JP"/>
                <a:ea typeface="Noto Sans JP"/>
                <a:cs typeface="Noto Sans JP"/>
              </a:rPr>
              <a:t>決めたいこと：［論点を1つに絞る］　判断希望日：［日付］</a:t>
            </a:r>
          </a:p>
        </p:txBody>
      </p:sp>
      <p:graphicFrame>
        <p:nvGraphicFramePr>
          <p:cNvPr id="19" name=""/>
          <p:cNvGraphicFramePr/>
          <p:nvPr/>
        </p:nvGraphicFramePr>
        <p:xfrm>
          <a:off xmlns:a="http://schemas.openxmlformats.org/drawingml/2006/main" x="857250" y="2743200"/>
          <a:ext xmlns:a="http://schemas.openxmlformats.org/drawingml/2006/main" cx="10382250" cy="21050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52750"/>
                <a:gridCol w="3714750"/>
                <a:gridCol w="3714750"/>
              </a:tblGrid>
              <a:tr h="526256">
                <a:tc>
                  <a:txBody>
                    <a:bodyPr lIns="0" rIns="0" tIns="0" bIns="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087F8C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判断基準</a:t>
                      </a:r>
                    </a:p>
                  </a:txBody>
                  <a:tcPr marL="91440" marR="91440" marT="45720" marB="45720" anchor="ctr">
                    <a:solidFill>
                      <a:srgbClr val="F0F9F8"/>
                    </a:solidFill>
                  </a:tcPr>
                </a:tc>
                <a:tc>
                  <a:txBody>
                    <a:bodyPr lIns="0" rIns="0" tIns="0" bIns="0">
                      <a:noAutofit/>
                    </a:bodyPr>
                    <a:lstStyle/>
                    <a:p>
                      <a:pPr algn="ctr"/>
                      <a:r>
                        <a:rPr sz="1650" b="1">
                          <a:solidFill>
                            <a:srgbClr val="087F8C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［案 A］</a:t>
                      </a:r>
                    </a:p>
                  </a:txBody>
                  <a:tcPr marL="91440" marR="91440" marT="45720" marB="45720" anchor="ctr">
                    <a:solidFill>
                      <a:srgbClr val="F0F9F8"/>
                    </a:solidFill>
                  </a:tcPr>
                </a:tc>
                <a:tc>
                  <a:txBody>
                    <a:bodyPr lIns="0" rIns="0" tIns="0" bIns="0">
                      <a:noAutofit/>
                    </a:bodyPr>
                    <a:lstStyle/>
                    <a:p>
                      <a:pPr algn="ctr"/>
                      <a:r>
                        <a:rPr sz="1650" b="1">
                          <a:solidFill>
                            <a:srgbClr val="087F8C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［案 B］</a:t>
                      </a:r>
                    </a:p>
                  </a:txBody>
                  <a:tcPr marL="91440" marR="91440" marT="45720" marB="45720" anchor="ctr">
                    <a:solidFill>
                      <a:srgbClr val="F0F9F8"/>
                    </a:solidFill>
                  </a:tcPr>
                </a:tc>
              </a:tr>
              <a:tr h="526256">
                <a:tc>
                  <a:txBody>
                    <a:bodyPr lIns="0" rIns="0" tIns="0" bIns="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132D40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効果・適合性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0" rIns="0" tIns="0" bIns="0">
                      <a:noAutofit/>
                    </a:bodyPr>
                    <a:lstStyle/>
                    <a:p>
                      <a:pPr algn="ctr"/>
                      <a:r>
                        <a:rPr sz="1650" b="0">
                          <a:solidFill>
                            <a:srgbClr val="132D40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［内容を入力］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0" rIns="0" tIns="0" bIns="0">
                      <a:noAutofit/>
                    </a:bodyPr>
                    <a:lstStyle/>
                    <a:p>
                      <a:pPr algn="ctr"/>
                      <a:r>
                        <a:rPr sz="1650" b="0">
                          <a:solidFill>
                            <a:srgbClr val="132D40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［内容を入力］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26256">
                <a:tc>
                  <a:txBody>
                    <a:bodyPr lIns="0" rIns="0" tIns="0" bIns="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132D40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費用・手間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0" rIns="0" tIns="0" bIns="0">
                      <a:noAutofit/>
                    </a:bodyPr>
                    <a:lstStyle/>
                    <a:p>
                      <a:pPr algn="ctr"/>
                      <a:r>
                        <a:rPr sz="1650" b="0">
                          <a:solidFill>
                            <a:srgbClr val="132D40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［内容を入力］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0" rIns="0" tIns="0" bIns="0">
                      <a:noAutofit/>
                    </a:bodyPr>
                    <a:lstStyle/>
                    <a:p>
                      <a:pPr algn="ctr"/>
                      <a:r>
                        <a:rPr sz="1650" b="0">
                          <a:solidFill>
                            <a:srgbClr val="132D40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［内容を入力］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26256">
                <a:tc>
                  <a:txBody>
                    <a:bodyPr lIns="0" rIns="0" tIns="0" bIns="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132D40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リスク・制約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0" rIns="0" tIns="0" bIns="0">
                      <a:noAutofit/>
                    </a:bodyPr>
                    <a:lstStyle/>
                    <a:p>
                      <a:pPr algn="ctr"/>
                      <a:r>
                        <a:rPr sz="1650" b="0">
                          <a:solidFill>
                            <a:srgbClr val="132D40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［内容を入力］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0" rIns="0" tIns="0" bIns="0">
                      <a:noAutofit/>
                    </a:bodyPr>
                    <a:lstStyle/>
                    <a:p>
                      <a:pPr algn="ctr"/>
                      <a:r>
                        <a:rPr sz="1650" b="0">
                          <a:solidFill>
                            <a:srgbClr val="132D40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［内容を入力］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FF2158-0681-4137-B4A7-2AE145354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38725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rIns="0" t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87F8C"/>
                </a:solidFill>
                <a:latin typeface="Noto Sans JP"/>
                <a:ea typeface="Noto Sans JP"/>
                <a:cs typeface="Noto Sans JP"/>
              </a:defRPr>
            </a:pPr>
            <a:r>
              <a:rPr sz="1950" b="1">
                <a:solidFill>
                  <a:srgbClr val="087F8C"/>
                </a:solidFill>
                <a:latin typeface="Noto Sans JP"/>
                <a:ea typeface="Noto Sans JP"/>
                <a:cs typeface="Noto Sans JP"/>
              </a:rPr>
              <a:t>推奨する理由：［重視する基準と、その根拠］</a:t>
            </a:r>
          </a:p>
        </p:txBody>
      </p:sp>
      <p:grpSp>
        <p:nvGrpSpPr>
          <p:cNvPr id="9000" name="USE_GUIDE"/>
          <p:cNvGrpSpPr/>
          <p:nvPr/>
        </p:nvGrpSpPr>
        <p:grpSpPr>
          <ns1:xfrm xmlns:ns1="http://schemas.openxmlformats.org/drawingml/2006/main">
            <ns1:off x="762000" y="5514975"/>
            <ns1:ext cx="10668000" cy="847725"/>
            <ns1:chOff x="762000" y="5514975"/>
            <ns1:chExt cx="10668000" cy="847725"/>
          </ns1:xfrm>
        </p:grpSpPr>
        <p:sp>
          <p:nvSpPr>
            <p:cNvPr id="9" name="USE_GUIDE">
              <a:extLst xmlns:a="http://schemas.openxmlformats.org/drawingml/2006/main">
                <a:ext uri="{FF2B5EF4-FFF2-40B4-BE49-F238E27FC236}">
                  <a16:creationId xmlns:a16="http://schemas.microsoft.com/office/drawing/2014/main" id="{3135103F-61CF-49F8-B80B-6CC729DC872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62000" y="5514975"/>
              <a:ext cx="10668000" cy="84772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1F8F8"/>
            </a:solidFill>
            <a:ln xmlns:a="http://schemas.openxmlformats.org/drawingml/2006/main" w="11430">
              <a:solidFill>
                <a:srgbClr val="D4E5E7"/>
              </a:solidFill>
            </a:ln>
          </p:spPr>
        </p:sp>
        <p:sp>
          <p:nvSpPr>
            <p:cNvPr id="10" name="USE_GUIDE">
              <a:extLst xmlns:a="http://schemas.openxmlformats.org/drawingml/2006/main">
                <a:ext uri="{FF2B5EF4-FFF2-40B4-BE49-F238E27FC236}">
                  <a16:creationId xmlns:a16="http://schemas.microsoft.com/office/drawing/2014/main" id="{9CE068DF-AB3B-4145-BBD8-C17EA207CD4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14400" y="5553075"/>
              <a:ext cx="10334625" cy="2571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lIns="0" rIns="0" tIns="0" bIns="0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500" b="1">
                  <a:solidFill>
                    <a:srgbClr val="132D40"/>
                  </a:solidFill>
                  <a:latin typeface="Noto Sans JP"/>
                  <a:ea typeface="Noto Sans JP"/>
                  <a:cs typeface="Noto Sans JP"/>
                </a:defRPr>
              </a:pPr>
              <a:r>
                <a:rPr sz="1500" b="1">
                  <a:solidFill>
                    <a:srgbClr val="132D40"/>
                  </a:solidFill>
                  <a:latin typeface="Noto Sans JP"/>
                  <a:ea typeface="Noto Sans JP"/>
                  <a:cs typeface="Noto Sans JP"/>
                </a:rPr>
                <a:t>【目的】複数の方針から、どれを選ぶか相談する</a:t>
              </a:r>
            </a:p>
          </p:txBody>
        </p:sp>
        <p:sp>
          <p:nvSpPr>
            <p:cNvPr id="11" name="USE_GUIDE">
              <a:extLst xmlns:a="http://schemas.openxmlformats.org/drawingml/2006/main">
                <a:ext uri="{FF2B5EF4-FFF2-40B4-BE49-F238E27FC236}">
                  <a16:creationId xmlns:a16="http://schemas.microsoft.com/office/drawing/2014/main" id="{29C36793-3316-4EF2-8A14-ABCAB4D8EBC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14400" y="5819775"/>
              <a:ext cx="10334625" cy="266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lIns="0" rIns="0" tIns="0" bIns="0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500" b="0">
                  <a:solidFill>
                    <a:srgbClr val="132D40"/>
                  </a:solidFill>
                  <a:latin typeface="Noto Sans JP"/>
                  <a:ea typeface="Noto Sans JP"/>
                  <a:cs typeface="Noto Sans JP"/>
                </a:defRPr>
              </a:pPr>
              <a:r>
                <a:rPr sz="1500" b="0">
                  <a:solidFill>
                    <a:srgbClr val="132D40"/>
                  </a:solidFill>
                  <a:latin typeface="Noto Sans JP"/>
                  <a:ea typeface="Noto Sans JP"/>
                  <a:cs typeface="Noto Sans JP"/>
                </a:rPr>
                <a:t>【構図】上段に論点と推奨案、中央に同じ基準での比較、下段に推奨理由を置く</a:t>
              </a:r>
            </a:p>
          </p:txBody>
        </p:sp>
        <p:sp>
          <p:nvSpPr>
            <p:cNvPr id="12" name="USE_GUIDE">
              <a:extLst xmlns:a="http://schemas.openxmlformats.org/drawingml/2006/main">
                <a:ext uri="{FF2B5EF4-FFF2-40B4-BE49-F238E27FC236}">
                  <a16:creationId xmlns:a16="http://schemas.microsoft.com/office/drawing/2014/main" id="{1E0AC6C2-49D3-4792-B7CF-8CEF32CA3FF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14400" y="6086475"/>
              <a:ext cx="10334625" cy="2476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lIns="0" rIns="0" tIns="0" bIns="0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350" b="0">
                  <a:solidFill>
                    <a:srgbClr val="657783"/>
                  </a:solidFill>
                  <a:latin typeface="Noto Sans JP"/>
                  <a:ea typeface="Noto Sans JP"/>
                  <a:cs typeface="Noto Sans JP"/>
                </a:defRPr>
              </a:pPr>
              <a:r>
                <a:rPr sz="1350" b="0">
                  <a:solidFill>
                    <a:srgbClr val="657783"/>
                  </a:solidFill>
                  <a:latin typeface="Noto Sans JP"/>
                  <a:ea typeface="Noto Sans JP"/>
                  <a:cs typeface="Noto Sans JP"/>
                </a:rPr>
                <a:t>【効果】上司が違いと判断基準を確認して選べる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79716025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020818ae4b4b8f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34218F-79AC-4537-B637-1A44DA1E2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rIns="0" t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32D40"/>
                </a:solidFill>
                <a:latin typeface="Noto Sans JP"/>
                <a:ea typeface="Noto Sans JP"/>
                <a:cs typeface="Noto Sans JP"/>
              </a:defRPr>
            </a:pPr>
            <a:r>
              <a:rPr sz="3000" b="1">
                <a:solidFill>
                  <a:srgbClr val="132D40"/>
                </a:solidFill>
                <a:latin typeface="Noto Sans JP"/>
                <a:ea typeface="Noto Sans JP"/>
                <a:cs typeface="Noto Sans JP"/>
              </a:rPr>
              <a:t>06  承認・意思決定の依頼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C475EC-1CA7-4FBB-9E8E-8F90B3D7F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190625"/>
            <a:ext cx="495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11430">
            <a:solidFill>
              <a:srgbClr val="087F8C"/>
            </a:solidFill>
          </a:ln>
        </p:spPr>
      </p:sp>
      <p:sp>
        <p:nvSpPr>
          <p:cNvPr id="4" name="PAGE_NUMBER">
            <a:extLst xmlns:a="http://schemas.openxmlformats.org/drawingml/2006/main">
              <a:ext uri="{FF2B5EF4-FFF2-40B4-BE49-F238E27FC236}">
                <a16:creationId xmlns:a16="http://schemas.microsoft.com/office/drawing/2014/main" id="{4270D9C9-AD99-435A-A2C4-D7059FD22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95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rIns="0" t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57783"/>
                </a:solidFill>
                <a:latin typeface="Noto Sans JP"/>
                <a:ea typeface="Noto Sans JP"/>
                <a:cs typeface="Noto Sans JP"/>
              </a:defRPr>
            </a:pPr>
            <a:fld id="{B24ED46E-9FDF-4E68-A015-6B7645848B74}" type="slidenum">
              <a:rPr sz="1350" b="0">
                <a:solidFill>
                  <a:srgbClr val="657783"/>
                </a:solidFill>
                <a:latin typeface="Noto Sans JP"/>
                <a:ea typeface="Noto Sans JP"/>
                <a:cs typeface="Noto Sans JP"/>
              </a:rPr>
              <a:t>21</a:t>
            </a:fld>
            <a:r>
              <a:rPr sz="1350" b="0">
                <a:solidFill>
                  <a:srgbClr val="657783"/>
                </a:solidFill>
                <a:latin typeface="Noto Sans JP"/>
                <a:ea typeface="Noto Sans JP"/>
                <a:cs typeface="Noto Sans JP"/>
              </a:rPr>
              <a:t> / 22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75F58E-40A2-42EF-8E0C-DB5C8C576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95425"/>
            <a:ext cx="10382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rIns="0" t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87F8C"/>
                </a:solidFill>
                <a:latin typeface="Noto Sans JP"/>
                <a:ea typeface="Noto Sans JP"/>
                <a:cs typeface="Noto Sans JP"/>
              </a:defRPr>
            </a:pPr>
            <a:r>
              <a:rPr sz="2400" b="1">
                <a:solidFill>
                  <a:srgbClr val="087F8C"/>
                </a:solidFill>
                <a:latin typeface="Noto Sans JP"/>
                <a:ea typeface="Noto Sans JP"/>
                <a:cs typeface="Noto Sans JP"/>
              </a:rPr>
              <a:t>［承認してほしい内容を1文で記入］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2E8584-A253-4B44-8245-F205A50A6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05025"/>
            <a:ext cx="1038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rIns="0" t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57783"/>
                </a:solidFill>
                <a:latin typeface="Noto Sans JP"/>
                <a:ea typeface="Noto Sans JP"/>
                <a:cs typeface="Noto Sans JP"/>
              </a:defRPr>
            </a:pPr>
            <a:r>
              <a:rPr sz="1575" b="0">
                <a:solidFill>
                  <a:srgbClr val="657783"/>
                </a:solidFill>
                <a:latin typeface="Noto Sans JP"/>
                <a:ea typeface="Noto Sans JP"/>
                <a:cs typeface="Noto Sans JP"/>
              </a:rPr>
              <a:t>決定者：［役職・氏名］　判断期限：［日付］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5C01C5-4887-4B8A-9D32-566CF353E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28925"/>
            <a:ext cx="466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rIns="0" t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87F8C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1">
                <a:solidFill>
                  <a:srgbClr val="087F8C"/>
                </a:solidFill>
                <a:latin typeface="Noto Sans JP"/>
                <a:ea typeface="Noto Sans JP"/>
                <a:cs typeface="Noto Sans JP"/>
              </a:rPr>
              <a:t>実施内容・必要な条件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838A07-99BF-454C-8B64-318177A02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43275"/>
            <a:ext cx="4667250" cy="1362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rIns="0" t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32D40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0">
                <a:solidFill>
                  <a:srgbClr val="132D40"/>
                </a:solidFill>
                <a:latin typeface="Noto Sans JP"/>
                <a:ea typeface="Noto Sans JP"/>
                <a:cs typeface="Noto Sans JP"/>
              </a:rPr>
              <a:t>範囲：［対象と対象外］</a:t>
            </a:r>
          </a:p>
          <a:p xmlns:a="http://schemas.openxmlformats.org/drawingml/2006/main">
            <a:pPr algn="l">
              <a:defRPr sz="1875" b="0">
                <a:solidFill>
                  <a:srgbClr val="132D40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0">
                <a:solidFill>
                  <a:srgbClr val="132D40"/>
                </a:solidFill>
                <a:latin typeface="Noto Sans JP"/>
                <a:ea typeface="Noto Sans JP"/>
                <a:cs typeface="Noto Sans JP"/>
              </a:rPr>
              <a:t>費用：［金額・期間・内訳］</a:t>
            </a:r>
          </a:p>
          <a:p xmlns:a="http://schemas.openxmlformats.org/drawingml/2006/main">
            <a:pPr algn="l">
              <a:defRPr sz="1875" b="0">
                <a:solidFill>
                  <a:srgbClr val="132D40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0">
                <a:solidFill>
                  <a:srgbClr val="132D40"/>
                </a:solidFill>
                <a:latin typeface="Noto Sans JP"/>
                <a:ea typeface="Noto Sans JP"/>
                <a:cs typeface="Noto Sans JP"/>
              </a:rPr>
              <a:t>体制：［責任者・必要な人員］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16E713-5DB2-4F5B-93B0-96D47E5E1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828925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rIns="0" t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87F8C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1">
                <a:solidFill>
                  <a:srgbClr val="087F8C"/>
                </a:solidFill>
                <a:latin typeface="Noto Sans JP"/>
                <a:ea typeface="Noto Sans JP"/>
                <a:cs typeface="Noto Sans JP"/>
              </a:rPr>
              <a:t>理由・承認後の行動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DDD511-43C3-4E4B-BC8A-930090767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343275"/>
            <a:ext cx="4762500" cy="1362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rIns="0" t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32D40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0">
                <a:solidFill>
                  <a:srgbClr val="132D40"/>
                </a:solidFill>
                <a:latin typeface="Noto Sans JP"/>
                <a:ea typeface="Noto Sans JP"/>
                <a:cs typeface="Noto Sans JP"/>
              </a:rPr>
              <a:t>理由：［課題と期待する変化］</a:t>
            </a:r>
          </a:p>
          <a:p xmlns:a="http://schemas.openxmlformats.org/drawingml/2006/main">
            <a:pPr algn="l">
              <a:defRPr sz="1875" b="0">
                <a:solidFill>
                  <a:srgbClr val="132D40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0">
                <a:solidFill>
                  <a:srgbClr val="132D40"/>
                </a:solidFill>
                <a:latin typeface="Noto Sans JP"/>
                <a:ea typeface="Noto Sans JP"/>
                <a:cs typeface="Noto Sans JP"/>
              </a:rPr>
              <a:t>懸念：［制約と対応策］</a:t>
            </a:r>
          </a:p>
          <a:p xmlns:a="http://schemas.openxmlformats.org/drawingml/2006/main">
            <a:pPr algn="l">
              <a:defRPr sz="1875" b="0">
                <a:solidFill>
                  <a:srgbClr val="132D40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0">
                <a:solidFill>
                  <a:srgbClr val="132D40"/>
                </a:solidFill>
                <a:latin typeface="Noto Sans JP"/>
                <a:ea typeface="Noto Sans JP"/>
                <a:cs typeface="Noto Sans JP"/>
              </a:rPr>
              <a:t>次の行動：［担当者・開始日］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9F7BF0-760D-4C65-AEB9-240FCE526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857500"/>
            <a:ext cx="9525" cy="1876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5E7"/>
          </a:solidFill>
          <a:ln xmlns:a="http://schemas.openxmlformats.org/drawingml/2006/main" w="11430">
            <a:solidFill>
              <a:srgbClr val="D7E5E7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BA87AC-2172-4B7A-81D3-9B38C496F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48250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rIns="0" t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87F8C"/>
                </a:solidFill>
                <a:latin typeface="Noto Sans JP"/>
                <a:ea typeface="Noto Sans JP"/>
                <a:cs typeface="Noto Sans JP"/>
              </a:defRPr>
            </a:pPr>
            <a:r>
              <a:rPr sz="1950" b="1">
                <a:solidFill>
                  <a:srgbClr val="087F8C"/>
                </a:solidFill>
                <a:latin typeface="Noto Sans JP"/>
                <a:ea typeface="Noto Sans JP"/>
                <a:cs typeface="Noto Sans JP"/>
              </a:rPr>
              <a:t>判断事項：［承認／修正指示／保留条件を確認したい］</a:t>
            </a:r>
          </a:p>
        </p:txBody>
      </p:sp>
      <p:grpSp>
        <p:nvGrpSpPr>
          <p:cNvPr id="9000" name="USE_GUIDE"/>
          <p:cNvGrpSpPr/>
          <p:nvPr/>
        </p:nvGrpSpPr>
        <p:grpSpPr>
          <ns1:xfrm xmlns:ns1="http://schemas.openxmlformats.org/drawingml/2006/main">
            <ns1:off x="762000" y="5514975"/>
            <ns1:ext cx="10668000" cy="847725"/>
            <ns1:chOff x="762000" y="5514975"/>
            <ns1:chExt cx="10668000" cy="847725"/>
          </ns1:xfrm>
        </p:grpSpPr>
        <p:sp>
          <p:nvSpPr>
            <p:cNvPr id="13" name="USE_GUIDE">
              <a:extLst xmlns:a="http://schemas.openxmlformats.org/drawingml/2006/main">
                <a:ext uri="{FF2B5EF4-FFF2-40B4-BE49-F238E27FC236}">
                  <a16:creationId xmlns:a16="http://schemas.microsoft.com/office/drawing/2014/main" id="{3A552525-F210-4CAB-8742-713D77AB9AD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62000" y="5514975"/>
              <a:ext cx="10668000" cy="84772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1F8F8"/>
            </a:solidFill>
            <a:ln xmlns:a="http://schemas.openxmlformats.org/drawingml/2006/main" w="11430">
              <a:solidFill>
                <a:srgbClr val="D4E5E7"/>
              </a:solidFill>
            </a:ln>
          </p:spPr>
        </p:sp>
        <p:sp>
          <p:nvSpPr>
            <p:cNvPr id="14" name="USE_GUIDE">
              <a:extLst xmlns:a="http://schemas.openxmlformats.org/drawingml/2006/main">
                <a:ext uri="{FF2B5EF4-FFF2-40B4-BE49-F238E27FC236}">
                  <a16:creationId xmlns:a16="http://schemas.microsoft.com/office/drawing/2014/main" id="{C3A3FF5C-DE76-4459-9DE3-CC35BCCEAC1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14400" y="5553075"/>
              <a:ext cx="10334625" cy="2571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lIns="0" rIns="0" tIns="0" bIns="0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500" b="1">
                  <a:solidFill>
                    <a:srgbClr val="132D40"/>
                  </a:solidFill>
                  <a:latin typeface="Noto Sans JP"/>
                  <a:ea typeface="Noto Sans JP"/>
                  <a:cs typeface="Noto Sans JP"/>
                </a:defRPr>
              </a:pPr>
              <a:r>
                <a:rPr sz="1500" b="1">
                  <a:solidFill>
                    <a:srgbClr val="132D40"/>
                  </a:solidFill>
                  <a:latin typeface="Noto Sans JP"/>
                  <a:ea typeface="Noto Sans JP"/>
                  <a:cs typeface="Noto Sans JP"/>
                </a:rPr>
                <a:t>【目的】具体的な実施条件について上司の承認を得る</a:t>
              </a:r>
            </a:p>
          </p:txBody>
        </p:sp>
        <p:sp>
          <p:nvSpPr>
            <p:cNvPr id="15" name="USE_GUIDE">
              <a:extLst xmlns:a="http://schemas.openxmlformats.org/drawingml/2006/main">
                <a:ext uri="{FF2B5EF4-FFF2-40B4-BE49-F238E27FC236}">
                  <a16:creationId xmlns:a16="http://schemas.microsoft.com/office/drawing/2014/main" id="{BF6EA582-6EB2-4FEF-9A63-AFBB3154BB0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14400" y="5819775"/>
              <a:ext cx="10334625" cy="266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lIns="0" rIns="0" tIns="0" bIns="0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500" b="0">
                  <a:solidFill>
                    <a:srgbClr val="132D40"/>
                  </a:solidFill>
                  <a:latin typeface="Noto Sans JP"/>
                  <a:ea typeface="Noto Sans JP"/>
                  <a:cs typeface="Noto Sans JP"/>
                </a:defRPr>
              </a:pPr>
              <a:r>
                <a:rPr sz="1500" b="0">
                  <a:solidFill>
                    <a:srgbClr val="132D40"/>
                  </a:solidFill>
                  <a:latin typeface="Noto Sans JP"/>
                  <a:ea typeface="Noto Sans JP"/>
                  <a:cs typeface="Noto Sans JP"/>
                </a:rPr>
                <a:t>【構図】上段に承認対象、左に条件、右に理由と次の行動、下段に判断事項を置く</a:t>
              </a:r>
            </a:p>
          </p:txBody>
        </p:sp>
        <p:sp>
          <p:nvSpPr>
            <p:cNvPr id="16" name="USE_GUIDE">
              <a:extLst xmlns:a="http://schemas.openxmlformats.org/drawingml/2006/main">
                <a:ext uri="{FF2B5EF4-FFF2-40B4-BE49-F238E27FC236}">
                  <a16:creationId xmlns:a16="http://schemas.microsoft.com/office/drawing/2014/main" id="{7497A85E-6D31-4C36-8119-EE930679677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14400" y="6086475"/>
              <a:ext cx="10334625" cy="2476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lIns="0" rIns="0" tIns="0" bIns="0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350" b="0">
                  <a:solidFill>
                    <a:srgbClr val="657783"/>
                  </a:solidFill>
                  <a:latin typeface="Noto Sans JP"/>
                  <a:ea typeface="Noto Sans JP"/>
                  <a:cs typeface="Noto Sans JP"/>
                </a:defRPr>
              </a:pPr>
              <a:r>
                <a:rPr sz="1350" b="0">
                  <a:solidFill>
                    <a:srgbClr val="657783"/>
                  </a:solidFill>
                  <a:latin typeface="Noto Sans JP"/>
                  <a:ea typeface="Noto Sans JP"/>
                  <a:cs typeface="Noto Sans JP"/>
                </a:rPr>
                <a:t>【効果】承認する範囲と、決定後に動く内容が明確になる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45722424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a124bfd87344e2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D71D88-61E9-4E52-985C-0B20C6516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rIns="0" t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32D40"/>
                </a:solidFill>
                <a:latin typeface="Noto Sans JP"/>
                <a:ea typeface="Noto Sans JP"/>
                <a:cs typeface="Noto Sans JP"/>
              </a:defRPr>
            </a:pPr>
            <a:r>
              <a:rPr sz="3000" b="1">
                <a:solidFill>
                  <a:srgbClr val="132D40"/>
                </a:solidFill>
                <a:latin typeface="Noto Sans JP"/>
                <a:ea typeface="Noto Sans JP"/>
                <a:cs typeface="Noto Sans JP"/>
              </a:rPr>
              <a:t>07  ロードマップ・中長期計画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17F301-54B2-4A50-AC1B-FBC8D36B6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190625"/>
            <a:ext cx="495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11430">
            <a:solidFill>
              <a:srgbClr val="087F8C"/>
            </a:solidFill>
          </a:ln>
        </p:spPr>
      </p:sp>
      <p:sp>
        <p:nvSpPr>
          <p:cNvPr id="4" name="PAGE_NUMBER">
            <a:extLst xmlns:a="http://schemas.openxmlformats.org/drawingml/2006/main">
              <a:ext uri="{FF2B5EF4-FFF2-40B4-BE49-F238E27FC236}">
                <a16:creationId xmlns:a16="http://schemas.microsoft.com/office/drawing/2014/main" id="{7C2C6E84-4594-4284-9744-2A87981B1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95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rIns="0" t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57783"/>
                </a:solidFill>
                <a:latin typeface="Noto Sans JP"/>
                <a:ea typeface="Noto Sans JP"/>
                <a:cs typeface="Noto Sans JP"/>
              </a:defRPr>
            </a:pPr>
            <a:fld id="{7701150F-42B0-4213-92AD-E996EDA6D09D}" type="slidenum">
              <a:rPr sz="1350" b="0">
                <a:solidFill>
                  <a:srgbClr val="657783"/>
                </a:solidFill>
                <a:latin typeface="Noto Sans JP"/>
                <a:ea typeface="Noto Sans JP"/>
                <a:cs typeface="Noto Sans JP"/>
              </a:rPr>
              <a:t>22</a:t>
            </a:fld>
            <a:r>
              <a:rPr sz="1350" b="0">
                <a:solidFill>
                  <a:srgbClr val="657783"/>
                </a:solidFill>
                <a:latin typeface="Noto Sans JP"/>
                <a:ea typeface="Noto Sans JP"/>
                <a:cs typeface="Noto Sans JP"/>
              </a:rPr>
              <a:t> / 22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998DB7-4ADF-4AA1-A285-B58ABE50B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95425"/>
            <a:ext cx="10382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rIns="0" t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87F8C"/>
                </a:solidFill>
                <a:latin typeface="Noto Sans JP"/>
                <a:ea typeface="Noto Sans JP"/>
                <a:cs typeface="Noto Sans JP"/>
              </a:defRPr>
            </a:pPr>
            <a:r>
              <a:rPr sz="2400" b="1">
                <a:solidFill>
                  <a:srgbClr val="087F8C"/>
                </a:solidFill>
                <a:latin typeface="Noto Sans JP"/>
                <a:ea typeface="Noto Sans JP"/>
                <a:cs typeface="Noto Sans JP"/>
              </a:rPr>
              <a:t>［目指す到達状態を1文で記入］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94257C-85E5-4D43-AC4C-65B754E1A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05025"/>
            <a:ext cx="1038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rIns="0" t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57783"/>
                </a:solidFill>
                <a:latin typeface="Noto Sans JP"/>
                <a:ea typeface="Noto Sans JP"/>
                <a:cs typeface="Noto Sans JP"/>
              </a:defRPr>
            </a:pPr>
            <a:r>
              <a:rPr sz="1575" b="0">
                <a:solidFill>
                  <a:srgbClr val="657783"/>
                </a:solidFill>
                <a:latin typeface="Noto Sans JP"/>
                <a:ea typeface="Noto Sans JP"/>
                <a:cs typeface="Noto Sans JP"/>
              </a:rPr>
              <a:t>対象：［案件・事業名］　計画期間：［開始］〜［終了］　更新日：［日付］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657670-8713-41F8-A0D5-68FF4C3F2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447925"/>
            <a:ext cx="2076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rIns="0" t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657783"/>
                </a:solidFill>
                <a:latin typeface="Noto Sans JP"/>
                <a:ea typeface="Noto Sans JP"/>
                <a:cs typeface="Noto Sans JP"/>
              </a:defRPr>
            </a:pPr>
            <a:r>
              <a:rPr sz="1575" b="0">
                <a:solidFill>
                  <a:srgbClr val="657783"/>
                </a:solidFill>
                <a:latin typeface="Noto Sans JP"/>
                <a:ea typeface="Noto Sans JP"/>
                <a:cs typeface="Noto Sans JP"/>
              </a:rPr>
              <a:t>［期間 1］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EBBB52-7C66-465E-8A81-53B4DD865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562225"/>
            <a:ext cx="36195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solidFill>
              <a:srgbClr val="087F8C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D97075-1B53-4180-9D61-5437451DC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447925"/>
            <a:ext cx="2076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rIns="0" t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657783"/>
                </a:solidFill>
                <a:latin typeface="Noto Sans JP"/>
                <a:ea typeface="Noto Sans JP"/>
                <a:cs typeface="Noto Sans JP"/>
              </a:defRPr>
            </a:pPr>
            <a:r>
              <a:rPr sz="1575" b="0">
                <a:solidFill>
                  <a:srgbClr val="657783"/>
                </a:solidFill>
                <a:latin typeface="Noto Sans JP"/>
                <a:ea typeface="Noto Sans JP"/>
                <a:cs typeface="Noto Sans JP"/>
              </a:rPr>
              <a:t>［期間 2］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B60E70-4D48-4094-8C50-4733C882E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562225"/>
            <a:ext cx="36195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solidFill>
              <a:srgbClr val="087F8C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B7426E-120E-488B-9909-FB22B95F9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447925"/>
            <a:ext cx="2076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rIns="0" t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657783"/>
                </a:solidFill>
                <a:latin typeface="Noto Sans JP"/>
                <a:ea typeface="Noto Sans JP"/>
                <a:cs typeface="Noto Sans JP"/>
              </a:defRPr>
            </a:pPr>
            <a:r>
              <a:rPr sz="1575" b="0">
                <a:solidFill>
                  <a:srgbClr val="657783"/>
                </a:solidFill>
                <a:latin typeface="Noto Sans JP"/>
                <a:ea typeface="Noto Sans JP"/>
                <a:cs typeface="Noto Sans JP"/>
              </a:rPr>
              <a:t>［期間 3］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AC1ACD-AB66-44F9-BA30-CAEDE938D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562225"/>
            <a:ext cx="36195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solidFill>
              <a:srgbClr val="087F8C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53A609-615E-40FA-8387-6DC383D4C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447925"/>
            <a:ext cx="2076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rIns="0" t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657783"/>
                </a:solidFill>
                <a:latin typeface="Noto Sans JP"/>
                <a:ea typeface="Noto Sans JP"/>
                <a:cs typeface="Noto Sans JP"/>
              </a:defRPr>
            </a:pPr>
            <a:r>
              <a:rPr sz="1575" b="0">
                <a:solidFill>
                  <a:srgbClr val="657783"/>
                </a:solidFill>
                <a:latin typeface="Noto Sans JP"/>
                <a:ea typeface="Noto Sans JP"/>
                <a:cs typeface="Noto Sans JP"/>
              </a:rPr>
              <a:t>［期間 4］</a:t>
            </a:r>
          </a:p>
        </p:txBody>
      </p:sp>
      <p:graphicFrame>
        <p:nvGraphicFramePr>
          <p:cNvPr id="33" name=""/>
          <p:cNvGraphicFramePr/>
          <p:nvPr/>
        </p:nvGraphicFramePr>
        <p:xfrm>
          <a:off xmlns:a="http://schemas.openxmlformats.org/drawingml/2006/main" x="857250" y="2867025"/>
          <a:ext xmlns:a="http://schemas.openxmlformats.org/drawingml/2006/main" cx="10382250" cy="2019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00250"/>
                <a:gridCol w="2095500"/>
                <a:gridCol w="2095500"/>
                <a:gridCol w="2095500"/>
                <a:gridCol w="2095500"/>
              </a:tblGrid>
              <a:tr h="504825">
                <a:tc>
                  <a:txBody>
                    <a:bodyPr lIns="0" rIns="0" tIns="0" bIns="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087F8C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項目</a:t>
                      </a:r>
                    </a:p>
                  </a:txBody>
                  <a:tcPr marL="91440" marR="91440" marT="45720" marB="45720" anchor="ctr">
                    <a:solidFill>
                      <a:srgbClr val="F0F9F8"/>
                    </a:solidFill>
                  </a:tcPr>
                </a:tc>
                <a:tc>
                  <a:txBody>
                    <a:bodyPr lIns="0" rIns="0" tIns="0" bIns="0">
                      <a:noAutofit/>
                    </a:bodyPr>
                    <a:lstStyle/>
                    <a:p>
                      <a:pPr algn="ctr"/>
                      <a:r>
                        <a:rPr sz="1650" b="1">
                          <a:solidFill>
                            <a:srgbClr val="087F8C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現在・準備</a:t>
                      </a:r>
                    </a:p>
                  </a:txBody>
                  <a:tcPr marL="91440" marR="91440" marT="45720" marB="45720" anchor="ctr">
                    <a:solidFill>
                      <a:srgbClr val="F0F9F8"/>
                    </a:solidFill>
                  </a:tcPr>
                </a:tc>
                <a:tc>
                  <a:txBody>
                    <a:bodyPr lIns="0" rIns="0" tIns="0" bIns="0">
                      <a:noAutofit/>
                    </a:bodyPr>
                    <a:lstStyle/>
                    <a:p>
                      <a:pPr algn="ctr"/>
                      <a:r>
                        <a:rPr sz="1650" b="1">
                          <a:solidFill>
                            <a:srgbClr val="087F8C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短期・試行</a:t>
                      </a:r>
                    </a:p>
                  </a:txBody>
                  <a:tcPr marL="91440" marR="91440" marT="45720" marB="45720" anchor="ctr">
                    <a:solidFill>
                      <a:srgbClr val="F0F9F8"/>
                    </a:solidFill>
                  </a:tcPr>
                </a:tc>
                <a:tc>
                  <a:txBody>
                    <a:bodyPr lIns="0" rIns="0" tIns="0" bIns="0">
                      <a:noAutofit/>
                    </a:bodyPr>
                    <a:lstStyle/>
                    <a:p>
                      <a:pPr algn="ctr"/>
                      <a:r>
                        <a:rPr sz="1650" b="1">
                          <a:solidFill>
                            <a:srgbClr val="087F8C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中期・展開</a:t>
                      </a:r>
                    </a:p>
                  </a:txBody>
                  <a:tcPr marL="91440" marR="91440" marT="45720" marB="45720" anchor="ctr">
                    <a:solidFill>
                      <a:srgbClr val="F0F9F8"/>
                    </a:solidFill>
                  </a:tcPr>
                </a:tc>
                <a:tc>
                  <a:txBody>
                    <a:bodyPr lIns="0" rIns="0" tIns="0" bIns="0">
                      <a:noAutofit/>
                    </a:bodyPr>
                    <a:lstStyle/>
                    <a:p>
                      <a:pPr algn="ctr"/>
                      <a:r>
                        <a:rPr sz="1650" b="1">
                          <a:solidFill>
                            <a:srgbClr val="087F8C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長期・定着</a:t>
                      </a:r>
                    </a:p>
                  </a:txBody>
                  <a:tcPr marL="91440" marR="91440" marT="45720" marB="45720" anchor="ctr">
                    <a:solidFill>
                      <a:srgbClr val="F0F9F8"/>
                    </a:solidFill>
                  </a:tcPr>
                </a:tc>
              </a:tr>
              <a:tr h="504825">
                <a:tc>
                  <a:txBody>
                    <a:bodyPr lIns="0" rIns="0" tIns="0" bIns="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132D40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主な取り組み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0" rIns="0" tIns="0" bIns="0">
                      <a:noAutofit/>
                    </a:bodyPr>
                    <a:lstStyle/>
                    <a:p>
                      <a:pPr algn="ctr"/>
                      <a:r>
                        <a:rPr sz="1650" b="0">
                          <a:solidFill>
                            <a:srgbClr val="132D40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［取り組み］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0" rIns="0" tIns="0" bIns="0">
                      <a:noAutofit/>
                    </a:bodyPr>
                    <a:lstStyle/>
                    <a:p>
                      <a:pPr algn="ctr"/>
                      <a:r>
                        <a:rPr sz="1650" b="0">
                          <a:solidFill>
                            <a:srgbClr val="132D40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［取り組み］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0" rIns="0" tIns="0" bIns="0">
                      <a:noAutofit/>
                    </a:bodyPr>
                    <a:lstStyle/>
                    <a:p>
                      <a:pPr algn="ctr"/>
                      <a:r>
                        <a:rPr sz="1650" b="0">
                          <a:solidFill>
                            <a:srgbClr val="132D40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［取り組み］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0" rIns="0" tIns="0" bIns="0">
                      <a:noAutofit/>
                    </a:bodyPr>
                    <a:lstStyle/>
                    <a:p>
                      <a:pPr algn="ctr"/>
                      <a:r>
                        <a:rPr sz="1650" b="0">
                          <a:solidFill>
                            <a:srgbClr val="132D40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［取り組み］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04825">
                <a:tc>
                  <a:txBody>
                    <a:bodyPr lIns="0" rIns="0" tIns="0" bIns="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132D40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到達目標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0" rIns="0" tIns="0" bIns="0">
                      <a:noAutofit/>
                    </a:bodyPr>
                    <a:lstStyle/>
                    <a:p>
                      <a:pPr algn="ctr"/>
                      <a:r>
                        <a:rPr sz="1650" b="0">
                          <a:solidFill>
                            <a:srgbClr val="132D40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［完了条件］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0" rIns="0" tIns="0" bIns="0">
                      <a:noAutofit/>
                    </a:bodyPr>
                    <a:lstStyle/>
                    <a:p>
                      <a:pPr algn="ctr"/>
                      <a:r>
                        <a:rPr sz="1650" b="0">
                          <a:solidFill>
                            <a:srgbClr val="132D40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［完了条件］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0" rIns="0" tIns="0" bIns="0">
                      <a:noAutofit/>
                    </a:bodyPr>
                    <a:lstStyle/>
                    <a:p>
                      <a:pPr algn="ctr"/>
                      <a:r>
                        <a:rPr sz="1650" b="0">
                          <a:solidFill>
                            <a:srgbClr val="132D40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［完了条件］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0" rIns="0" tIns="0" bIns="0">
                      <a:noAutofit/>
                    </a:bodyPr>
                    <a:lstStyle/>
                    <a:p>
                      <a:pPr algn="ctr"/>
                      <a:r>
                        <a:rPr sz="1650" b="0">
                          <a:solidFill>
                            <a:srgbClr val="132D40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［完了条件］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04825">
                <a:tc>
                  <a:txBody>
                    <a:bodyPr lIns="0" rIns="0" tIns="0" bIns="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132D40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判断ポイント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0" rIns="0" tIns="0" bIns="0">
                      <a:noAutofit/>
                    </a:bodyPr>
                    <a:lstStyle/>
                    <a:p>
                      <a:pPr algn="ctr"/>
                      <a:r>
                        <a:rPr sz="1650" b="0">
                          <a:solidFill>
                            <a:srgbClr val="132D40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［判断事項］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0" rIns="0" tIns="0" bIns="0">
                      <a:noAutofit/>
                    </a:bodyPr>
                    <a:lstStyle/>
                    <a:p>
                      <a:pPr algn="ctr"/>
                      <a:r>
                        <a:rPr sz="1650" b="0">
                          <a:solidFill>
                            <a:srgbClr val="132D40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［判断事項］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0" rIns="0" tIns="0" bIns="0">
                      <a:noAutofit/>
                    </a:bodyPr>
                    <a:lstStyle/>
                    <a:p>
                      <a:pPr algn="ctr"/>
                      <a:r>
                        <a:rPr sz="1650" b="0">
                          <a:solidFill>
                            <a:srgbClr val="132D40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［判断事項］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0" rIns="0" tIns="0" bIns="0">
                      <a:noAutofit/>
                    </a:bodyPr>
                    <a:lstStyle/>
                    <a:p>
                      <a:pPr algn="ctr"/>
                      <a:r>
                        <a:rPr sz="1650" b="0">
                          <a:solidFill>
                            <a:srgbClr val="132D40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［判断事項］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A6CA28-C2AA-4DC8-880F-5E922B283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76825"/>
            <a:ext cx="10382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rIns="0" t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87F8C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1">
                <a:solidFill>
                  <a:srgbClr val="087F8C"/>
                </a:solidFill>
                <a:latin typeface="Noto Sans JP"/>
                <a:ea typeface="Noto Sans JP"/>
                <a:cs typeface="Noto Sans JP"/>
              </a:rPr>
              <a:t>上司への依頼：［方針・優先順位・投資判断］　次の確認：［日付］</a:t>
            </a:r>
          </a:p>
        </p:txBody>
      </p:sp>
      <p:grpSp>
        <p:nvGrpSpPr>
          <p:cNvPr id="9000" name="USE_GUIDE"/>
          <p:cNvGrpSpPr/>
          <p:nvPr/>
        </p:nvGrpSpPr>
        <p:grpSpPr>
          <ns1:xfrm xmlns:ns1="http://schemas.openxmlformats.org/drawingml/2006/main">
            <ns1:off x="762000" y="5514975"/>
            <ns1:ext cx="10668000" cy="847725"/>
            <ns1:chOff x="762000" y="5514975"/>
            <ns1:chExt cx="10668000" cy="847725"/>
          </ns1:xfrm>
        </p:grpSpPr>
        <p:sp>
          <p:nvSpPr>
            <p:cNvPr id="16" name="USE_GUIDE">
              <a:extLst xmlns:a="http://schemas.openxmlformats.org/drawingml/2006/main">
                <a:ext uri="{FF2B5EF4-FFF2-40B4-BE49-F238E27FC236}">
                  <a16:creationId xmlns:a16="http://schemas.microsoft.com/office/drawing/2014/main" id="{05994683-CFAE-49EF-A764-435CFA988ED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62000" y="5514975"/>
              <a:ext cx="10668000" cy="84772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1F8F8"/>
            </a:solidFill>
            <a:ln xmlns:a="http://schemas.openxmlformats.org/drawingml/2006/main" w="11430">
              <a:solidFill>
                <a:srgbClr val="D4E5E7"/>
              </a:solidFill>
            </a:ln>
          </p:spPr>
        </p:sp>
        <p:sp>
          <p:nvSpPr>
            <p:cNvPr id="17" name="USE_GUIDE">
              <a:extLst xmlns:a="http://schemas.openxmlformats.org/drawingml/2006/main">
                <a:ext uri="{FF2B5EF4-FFF2-40B4-BE49-F238E27FC236}">
                  <a16:creationId xmlns:a16="http://schemas.microsoft.com/office/drawing/2014/main" id="{E6C855C9-AEA0-43A4-B3CF-ED9229FEED2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14400" y="5553075"/>
              <a:ext cx="10334625" cy="2571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lIns="0" rIns="0" tIns="0" bIns="0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500" b="1">
                  <a:solidFill>
                    <a:srgbClr val="132D40"/>
                  </a:solidFill>
                  <a:latin typeface="Noto Sans JP"/>
                  <a:ea typeface="Noto Sans JP"/>
                  <a:cs typeface="Noto Sans JP"/>
                </a:defRPr>
              </a:pPr>
              <a:r>
                <a:rPr sz="1500" b="1">
                  <a:solidFill>
                    <a:srgbClr val="132D40"/>
                  </a:solidFill>
                  <a:latin typeface="Noto Sans JP"/>
                  <a:ea typeface="Noto Sans JP"/>
                  <a:cs typeface="Noto Sans JP"/>
                </a:rPr>
                <a:t>【目的】今後の取り組みと到達目標、判断する時期を共有する</a:t>
              </a:r>
            </a:p>
          </p:txBody>
        </p:sp>
        <p:sp>
          <p:nvSpPr>
            <p:cNvPr id="18" name="USE_GUIDE">
              <a:extLst xmlns:a="http://schemas.openxmlformats.org/drawingml/2006/main">
                <a:ext uri="{FF2B5EF4-FFF2-40B4-BE49-F238E27FC236}">
                  <a16:creationId xmlns:a16="http://schemas.microsoft.com/office/drawing/2014/main" id="{7564AF49-8C9C-42CD-B29F-9FA104E00CC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14400" y="5819775"/>
              <a:ext cx="10334625" cy="266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lIns="0" rIns="0" tIns="0" bIns="0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500" b="0">
                  <a:solidFill>
                    <a:srgbClr val="132D40"/>
                  </a:solidFill>
                  <a:latin typeface="Noto Sans JP"/>
                  <a:ea typeface="Noto Sans JP"/>
                  <a:cs typeface="Noto Sans JP"/>
                </a:defRPr>
              </a:pPr>
              <a:r>
                <a:rPr sz="1500" b="0">
                  <a:solidFill>
                    <a:srgbClr val="132D40"/>
                  </a:solidFill>
                  <a:latin typeface="Noto Sans JP"/>
                  <a:ea typeface="Noto Sans JP"/>
                  <a:cs typeface="Noto Sans JP"/>
                </a:rPr>
                <a:t>【構図】左から右へ時期を並べ、取り組み・目標・判断ポイントを同じ行で対応させる</a:t>
              </a:r>
            </a:p>
          </p:txBody>
        </p:sp>
        <p:sp>
          <p:nvSpPr>
            <p:cNvPr id="19" name="USE_GUIDE">
              <a:extLst xmlns:a="http://schemas.openxmlformats.org/drawingml/2006/main">
                <a:ext uri="{FF2B5EF4-FFF2-40B4-BE49-F238E27FC236}">
                  <a16:creationId xmlns:a16="http://schemas.microsoft.com/office/drawing/2014/main" id="{398275F3-7B45-43CD-A68B-339A91BCF45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14400" y="6086475"/>
              <a:ext cx="10334625" cy="2476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lIns="0" rIns="0" tIns="0" bIns="0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350" b="0">
                  <a:solidFill>
                    <a:srgbClr val="657783"/>
                  </a:solidFill>
                  <a:latin typeface="Noto Sans JP"/>
                  <a:ea typeface="Noto Sans JP"/>
                  <a:cs typeface="Noto Sans JP"/>
                </a:defRPr>
              </a:pPr>
              <a:r>
                <a:rPr sz="1350" b="0">
                  <a:solidFill>
                    <a:srgbClr val="657783"/>
                  </a:solidFill>
                  <a:latin typeface="Noto Sans JP"/>
                  <a:ea typeface="Noto Sans JP"/>
                  <a:cs typeface="Noto Sans JP"/>
                </a:rPr>
                <a:t>【効果】進める順番と、次の段階へ進む条件を確認できる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16293866"/>
      </p:ext>
    </p:extLst>
  </p:cSld>
</p:sld>
</file>

<file path=ppt/theme/report_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22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2026-10-05T08:55:39.4540000Z</dcterms:created>
  <dcterms:modified xsi:type="dcterms:W3CDTF">2026-10-05T08:55:39.4540000Z</dcterms:modified>
</coreProperties>
</file>

<file path=docProps/report_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report_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2026-10-05T10:13:58.1660000Z</dcterms:created>
  <dcterms:modified xsi:type="dcterms:W3CDTF">2026-10-05T10:13:58.1660000Z</dcterms:modified>
</coreProperties>
</file>